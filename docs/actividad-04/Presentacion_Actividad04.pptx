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la actividad 4: los tres laboratorios aplicados a nuestra asociación.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el orden 12 → 13 → 14 de la guía y reutilizamos la base de datos de la asociación.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función, prenda_publica(), define qué datos salen hacia otros sistemas.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misma prenda pesa casi 7 veces más por SOAP. Medido el 26/10 con herramientas/soap_cliente.php.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ruta fija de sugerencias va antes de {codigo}. Contrato completo en docs/openapi.yaml.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D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E6E0F3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206240"/>
            <a:ext cx="3108960" cy="3108960"/>
          </a:xfrm>
          <a:prstGeom prst="ellipse">
            <a:avLst/>
          </a:prstGeom>
          <a:solidFill>
            <a:srgbClr val="DDEFE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LABORATORIOS 12, 13 Y 14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 de intercambio de datos, API REST e interfaz AJAX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la Asociación «Manos del Oriente»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Cayo Mamani · Juan Jose Vicente Cossio · Ronald Salvatierra Flores · Yordy Tolavi Ruiz · Alejandro Cadario Lopez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486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M.Sc. Ing. Jimmy Nataniel Requena Llorentty · Tecnología Web II · UPDS · Santa Cruz,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hicimos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12: JSON, XML, RSS, SOAP/REST y pedidos validados con XSD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13: API REST /api/v1 con tokens, problem+json, ETag y OpenAPI 3.1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14: la vitrina usa fetch sin recargar la página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sobre el caso del docente (laboratorios/), después en Manos del Oriente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comprobaciones automáticas + 12 en el navegador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12 · Catálogo JSON y XML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ISO 8601 con huso −04:00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como texto: «95.00»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con XMLWriter: «&amp;» → «&amp;amp;» sin concatenar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 ni teléfono de las socias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4/evidencias/E03_xml_escap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12 · Pedidos validados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XML: LIBXML_NONET + schemaValidate() contra pedido.xsd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JSON: tipos y rangos («"2"» no es un entero)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30/02, código «pol1» o cantidad −3 → rechazado con el motivo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válido: pedido con reserva de stock (módulo 2)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4/evidencias/E04_validacion_xsd_rechaz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12 · SOAP frente a REST (medido por nosotros)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2560320"/>
                <a:gridCol w="164592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/soap.php · precio("POL-001")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XML (sobre SOAP 1.1)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1.745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/datos/productos/POL-001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13 · Contrato de la API /api/v1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datos + meta + enlaces · 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/productos/sugerencias?q=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· 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/productos/{codigo}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con ETag · 304 · 404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+ Location · 400 · 401 · 403 · 409 · 415 · 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/productos/{codigo}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/productos/{codigo}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(solo administración) · 409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/productos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CORS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13 · Errores claros y tokens seguros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errores en application/problem+json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Bearer mdo_… · en la base solo su hash SHA-256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revoca y deja de funcionar al instante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token en GitHub ni en las evidencias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4/evidencias/E11_errores_401_403_4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14 · La vitrina con fetch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AbortController: con red lenta se cancelaron 3 búsquedas y ganó «jean»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de 250 ms al escribir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con textContent: ningún script usa innerHTML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visibles en role="alert"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4/evidencias/E16_busqueda_ultima_prevale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14 · Autocompletar accesible y validación en vivo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role=combobox, listbox y option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Flechas, Enter y Escape; aria-activedescendant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«abc»: aviso sin petición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POL-001 → 200 ocupado · POL-999 → 404 disponible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4/evidencias/E15_autocompletar_accesi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F6DD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136/136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verificar.php (MariaDB y MySQL)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6042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E6E0F3"/>
          </a:solidFill>
          <a:ln/>
        </p:spPr>
      </p:sp>
      <p:sp>
        <p:nvSpPr>
          <p:cNvPr id="8" name="Text 6"/>
          <p:cNvSpPr/>
          <p:nvPr/>
        </p:nvSpPr>
        <p:spPr>
          <a:xfrm>
            <a:off x="336042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12/12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4330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el navegador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DDEFE6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20/20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5508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de la matriz E01–E20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8398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F6DDE3"/>
          </a:solidFill>
          <a:ln/>
        </p:spPr>
      </p:sp>
      <p:sp>
        <p:nvSpPr>
          <p:cNvPr id="14" name="Text 12"/>
          <p:cNvSpPr/>
          <p:nvPr/>
        </p:nvSpPr>
        <p:spPr>
          <a:xfrm>
            <a:off x="898398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16686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o secretos en el repositorio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E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789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catálogo para JSON, XML, RSS, SOAP y REST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de usar evita datos basura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correctos y problem+json hacen la API predecible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exige revisar response.ok y cancelar lo viejo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github.com/TecnologiaWeb2/Tecnologiaweb2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 · Intercambio de datos, API REST y AJAX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 · Manos del Oriente</dc:title>
  <dc:subject>PptxGenJS Presentation</dc:subject>
  <dc:creator>Equipo Manos del Oriente · UPDS</dc:creator>
  <cp:lastModifiedBy>Equipo Manos del Oriente · UPDS</cp:lastModifiedBy>
  <cp:revision>1</cp:revision>
  <dcterms:created xsi:type="dcterms:W3CDTF">2026-10-26T19:16:47Z</dcterms:created>
  <dcterms:modified xsi:type="dcterms:W3CDTF">2026-10-26T19:16:47Z</dcterms:modified>
</cp:coreProperties>
</file>