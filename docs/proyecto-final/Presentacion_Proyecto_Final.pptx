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Daniela abre: 2 minutos para el problema y la arquitectura.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logramos a tiempo una entrevista real: lo declaramos en el BRIEF y dejamos listo el mensaje de kickoff.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Alejandro: demo en vivo — acopio con 2 rechazos, liquidación, pago.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Ronald: demo — crear pedido, intentar vender lo reservado (rechazo), entregar.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José: demostración de inyección SQL y del 403 de un operador.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cuenta en una frase qué aprendió (ver su reflexión en la bitácora).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D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E6E0F3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206240"/>
            <a:ext cx="3108960" cy="3108960"/>
          </a:xfrm>
          <a:prstGeom prst="ellipse">
            <a:avLst/>
          </a:prstGeom>
          <a:solidFill>
            <a:srgbClr val="DDEFE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Manos del Oriente: liquidación justa y pedidos que sí se entregan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para una asociación de confeccionistas de la Chiquitanía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Daniela Cayo Mamani · Juan Jose Vicente Cossio · Ronald Salvatierra Flores · Yordy Tolavi Ruiz · Alejandro Cadario Lopez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486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M.Sc. Ing. Jimmy Nataniel Requena Llorentty · Tecnología Web II · UPDS · Santa Cruz, octubre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asociación y su problema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440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socias confeccionistas de 5 comunidades (caso verosímil declarado)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«Me pagaron menos prendas de las que traje»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boutique encargó 10 poleras y al entregar no alcanzaban»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trimestral armado a mano en 4–5 días</a:t>
            </a:r>
            <a:endParaRPr lang="en-US" sz="1700" dirty="0"/>
          </a:p>
        </p:txBody>
      </p:sp>
      <p:pic>
        <p:nvPicPr>
          <p:cNvPr id="5" name="Image 0" descr="C:/Users/danie/OneDrive/Documentos/DanielaTW2/Proyecto/Actividad2/docs/proyecto-final/capturas/06_tiend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234440"/>
            <a:ext cx="5623560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Manos del Oriente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medibles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206240"/>
                <a:gridCol w="164592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056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056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056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056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Liquidar sin discusiones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Reclamos de pago por trimestre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comprometer lo reservado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Pedidos incompletos por 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 automático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para armarlo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 días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socia ve su saldo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a la directiva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~20/mes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propio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Manos del Oriente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y datos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091026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+ MySQL/MariaDB, sin framework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 es lo único visible por URL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tablas · 18 claves foráneas · CHECK y transacciones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calculado, nunca guardado</a:t>
            </a:r>
            <a:endParaRPr lang="en-US" sz="1700" dirty="0"/>
          </a:p>
        </p:txBody>
      </p:sp>
      <p:pic>
        <p:nvPicPr>
          <p:cNvPr id="5" name="Image 0" descr="C:/Users/danie/OneDrive/Documentos/DanielaTW2/Proyecto/Actividad2/docs/proyecto-final/modelo_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31106" y="1234440"/>
            <a:ext cx="6973214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Manos del Oriente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Módulo 1 · Liquidación con control de calidad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440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entrega: entregadas, aprobadas y motivo del rechazo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Liquidado = aprobadas × precio · Saldo = liquidado − pagado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pago no supera el saldo; referencia única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pendiente: Bs 2.330,00 (verificado a mano)</a:t>
            </a:r>
            <a:endParaRPr lang="en-US" sz="1700" dirty="0"/>
          </a:p>
        </p:txBody>
      </p:sp>
      <p:pic>
        <p:nvPicPr>
          <p:cNvPr id="5" name="Image 0" descr="C:/Users/danie/OneDrive/Documentos/DanielaTW2/Proyecto/Actividad2/docs/proyecto-final/capturas/02_liquidaciones_directiv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234440"/>
            <a:ext cx="5623560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Manos del Oriente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socia ve solo lo suyo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440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propio con rol «socia»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sus entregas, rechazos, pagos y saldo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está en la consulta: cambiar la URL no muestra a otra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en la API: otra socia → 403</a:t>
            </a:r>
            <a:endParaRPr lang="en-US" sz="1700" dirty="0"/>
          </a:p>
        </p:txBody>
      </p:sp>
      <p:pic>
        <p:nvPicPr>
          <p:cNvPr id="5" name="Image 0" descr="C:/Users/danie/OneDrive/Documentos/DanielaTW2/Proyecto/Actividad2/docs/proyecto-final/capturas/05_liquidacion_soc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234440"/>
            <a:ext cx="5623560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Manos del Oriente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Módulo 2 · Pedidos con reserva de stock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440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pedido aparta las prendas: disponible = stock − reservado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= venta + stock + reserva en UNA transacción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libera la reserva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(reservado &lt;= stock) en la base</a:t>
            </a:r>
            <a:endParaRPr lang="en-US" sz="1700" dirty="0"/>
          </a:p>
        </p:txBody>
      </p:sp>
      <p:pic>
        <p:nvPicPr>
          <p:cNvPr id="5" name="Image 0" descr="C:/Users/danie/OneDrive/Documentos/DanielaTW2/Proyecto/Actividad2/docs/proyecto-final/capturas/01_pedidos_reserv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234440"/>
            <a:ext cx="5623560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Manos del Oriente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pedidos llegan de 3 formas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440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la secretaría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JSON o XML de la tienda (validado con XSD)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/api/v1/pedidos con token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la misma regla de reserva</a:t>
            </a:r>
            <a:endParaRPr lang="en-US" sz="1700" dirty="0"/>
          </a:p>
        </p:txBody>
      </p:sp>
      <p:pic>
        <p:nvPicPr>
          <p:cNvPr id="5" name="Image 0" descr="C:/Users/danie/OneDrive/Documentos/DanielaTW2/Proyecto/Actividad2/docs/proyecto-final/capturas/03_importar_pedid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234440"/>
            <a:ext cx="5623560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Manos del Oriente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Amenaza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056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056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Inyección 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preparadas reales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en todos los formularios 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HttpOnly · SameSite · Secure · id regenerado · 30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Fuerza bruta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Bloqueo de 15 min tras 5 intentos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indebido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 en cada página y en cada operación de la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Escape en las vistas · textContent · CSP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 internos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.htaccess: solo public/ es visible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Manos del Oriente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Publicación en InfinityFree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440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https://manosdeloriente.infinityfreeapp.com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script arma el paquete; subido por FTP (95 archivos)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nuevas y aleatorias al publicar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en una copia con Apache y .htaccess: auditoría 18/18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Antibot del hosting: curl necesita la cookie __test</a:t>
            </a:r>
            <a:endParaRPr lang="en-US" sz="1700" dirty="0"/>
          </a:p>
        </p:txBody>
      </p:sp>
      <p:pic>
        <p:nvPicPr>
          <p:cNvPr id="5" name="Image 0" descr="C:/Users/danie/OneDrive/Documentos/DanielaTW2/Proyecto/Actividad2/docs/actividad-03/capturas/05_operador_sin_permis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234440"/>
            <a:ext cx="5623560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Manos del Oriente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28900" cy="3291840"/>
          </a:xfrm>
          <a:prstGeom prst="roundRect">
            <a:avLst>
              <a:gd name="adj" fmla="val 6957"/>
            </a:avLst>
          </a:prstGeom>
          <a:solidFill>
            <a:srgbClr val="F6DDE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26289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05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136/136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22631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verificar.php en MariaDB y MySQL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60420" y="1645920"/>
            <a:ext cx="2628900" cy="3291840"/>
          </a:xfrm>
          <a:prstGeom prst="roundRect">
            <a:avLst>
              <a:gd name="adj" fmla="val 6957"/>
            </a:avLst>
          </a:prstGeom>
          <a:solidFill>
            <a:srgbClr val="E6E0F3"/>
          </a:solidFill>
          <a:ln/>
        </p:spPr>
      </p:sp>
      <p:sp>
        <p:nvSpPr>
          <p:cNvPr id="8" name="Text 6"/>
          <p:cNvSpPr/>
          <p:nvPr/>
        </p:nvSpPr>
        <p:spPr>
          <a:xfrm>
            <a:off x="3360420" y="2011680"/>
            <a:ext cx="26289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05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12/12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43300" y="3291840"/>
            <a:ext cx="22631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 el navegador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2628900" cy="3291840"/>
          </a:xfrm>
          <a:prstGeom prst="roundRect">
            <a:avLst>
              <a:gd name="adj" fmla="val 6957"/>
            </a:avLst>
          </a:prstGeom>
          <a:solidFill>
            <a:srgbClr val="DDEFE6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2011680"/>
            <a:ext cx="26289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05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18/18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55080" y="3291840"/>
            <a:ext cx="22631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local y en la copia del hosting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83980" y="1645920"/>
            <a:ext cx="2628900" cy="3291840"/>
          </a:xfrm>
          <a:prstGeom prst="roundRect">
            <a:avLst>
              <a:gd name="adj" fmla="val 6957"/>
            </a:avLst>
          </a:prstGeom>
          <a:solidFill>
            <a:srgbClr val="F6DDE3"/>
          </a:solidFill>
          <a:ln/>
        </p:spPr>
      </p:sp>
      <p:sp>
        <p:nvSpPr>
          <p:cNvPr id="14" name="Text 12"/>
          <p:cNvSpPr/>
          <p:nvPr/>
        </p:nvSpPr>
        <p:spPr>
          <a:xfrm>
            <a:off x="8983980" y="2011680"/>
            <a:ext cx="26289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05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66860" y="3291840"/>
            <a:ext cx="22631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nuevos con pruebas propias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Manos del Oriente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aprendimos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encontraron errores reales: dos sesiones, $line, fotos cruzadas, un hash dañado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a mano antes de confiar en un reporte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 es la última defensa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temprano: el hosting tiene sus propias reglas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Manos del Oriente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6E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 · Preguntas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Sitio: manosdeloriente.infinityfreeapp.com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Sistema, manual, informe técnico y bitácora en el repositorio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entregar a la asociación con una demostración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validarlo con una asociación real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github.com/TecnologiaWeb2/Tecnologiaweb2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Integrador · Manos del Oriente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Trabajo Final · Manos del Oriente</dc:title>
  <dc:subject>PptxGenJS Presentation</dc:subject>
  <dc:creator>Equipo Manos del Oriente · UPDS</dc:creator>
  <cp:lastModifiedBy>Equipo Manos del Oriente · UPDS</cp:lastModifiedBy>
  <cp:revision>1</cp:revision>
  <dcterms:created xsi:type="dcterms:W3CDTF">2026-10-26T19:55:40Z</dcterms:created>
  <dcterms:modified xsi:type="dcterms:W3CDTF">2026-10-26T19:55:40Z</dcterms:modified>
</cp:coreProperties>
</file>