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3"/>
  </p:notesMasterIdLst>
  <p:sldIdLst>
    <p:sldId id="256" r:id="rId2"/>
    <p:sldId id="257" r:id="rId3"/>
    <p:sldId id="258" r:id="rId4"/>
    <p:sldId id="259" r:id="rId5"/>
    <p:sldId id="260" r:id="rId6"/>
    <p:sldId id="261" r:id="rId7"/>
    <p:sldId id="262" r:id="rId8"/>
    <p:sldId id="263" r:id="rId9"/>
    <p:sldId id="264" r:id="rId10"/>
    <p:sldId id="265" r:id="rId11"/>
    <p:sldId id="266" r:id="rId12"/>
  </p:sldIdLst>
  <p:sldSz cx="12192000" cy="6858000"/>
  <p:notesSz cx="6858000" cy="9144000"/>
  <p:defaultTex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E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8256CBF-A081-4738-8251-7F4DB4B917F9}" type="datetimeFigureOut">
              <a:rPr lang="es-ES" smtClean="0"/>
              <a:t>12/10/2026</a:t>
            </a:fld>
            <a:endParaRPr lang="es-E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s-E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s-E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E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85737F6-190F-48FC-AE58-1A7571BD2731}" type="slidenum">
              <a:rPr lang="es-ES" smtClean="0"/>
              <a:t>‹#›</a:t>
            </a:fld>
            <a:endParaRPr lang="es-ES"/>
          </a:p>
        </p:txBody>
      </p:sp>
    </p:spTree>
    <p:extLst>
      <p:ext uri="{BB962C8B-B14F-4D97-AF65-F5344CB8AC3E}">
        <p14:creationId xmlns:p14="http://schemas.microsoft.com/office/powerpoint/2010/main" val="51084526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s-ES"/>
              <a:t>Presento el Laboratorio 5: la primera pieza del sistema web de la asociación Manos del Oriente, una tienda virtual de ropa. Es un catálogo en PHP 8.4 con programación orientada a objetos, formularios validados, subida segura de fotos y persistencia en JSON. Las 32 pruebas automáticas pasan.</a:t>
            </a:r>
          </a:p>
        </p:txBody>
      </p:sp>
      <p:sp>
        <p:nvSpPr>
          <p:cNvPr id="4" name="Slide Number Placeholder 3"/>
          <p:cNvSpPr>
            <a:spLocks noGrp="1"/>
          </p:cNvSpPr>
          <p:nvPr>
            <p:ph type="sldNum" sz="quarter" idx="5"/>
          </p:nvPr>
        </p:nvSpPr>
        <p:spPr/>
        <p:txBody>
          <a:bodyPr/>
          <a:lstStyle/>
          <a:p>
            <a:fld id="{B85737F6-190F-48FC-AE58-1A7571BD2731}" type="slidenum">
              <a:rPr lang="es-ES" smtClean="0"/>
              <a:t>1</a:t>
            </a:fld>
            <a:endParaRPr lang="es-ES"/>
          </a:p>
        </p:txBody>
      </p:sp>
    </p:spTree>
    <p:extLst>
      <p:ext uri="{BB962C8B-B14F-4D97-AF65-F5344CB8AC3E}">
        <p14:creationId xmlns:p14="http://schemas.microsoft.com/office/powerpoint/2010/main" val="308992704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s-ES"/>
              <a:t>Construí un caso verosímil: una asociación de costureras y bordadoras de la Chiquitanía. Hoy anotan todo en cuadernos y venden por WhatsApp, lo que genera tres problemas: precios desactualizados, ventas de prendas agotadas y desconocimiento del valor del inventario.</a:t>
            </a:r>
          </a:p>
        </p:txBody>
      </p:sp>
      <p:sp>
        <p:nvSpPr>
          <p:cNvPr id="4" name="Slide Number Placeholder 3"/>
          <p:cNvSpPr>
            <a:spLocks noGrp="1"/>
          </p:cNvSpPr>
          <p:nvPr>
            <p:ph type="sldNum" sz="quarter" idx="5"/>
          </p:nvPr>
        </p:nvSpPr>
        <p:spPr/>
        <p:txBody>
          <a:bodyPr/>
          <a:lstStyle/>
          <a:p>
            <a:fld id="{B85737F6-190F-48FC-AE58-1A7571BD2731}" type="slidenum">
              <a:rPr lang="es-ES" smtClean="0"/>
              <a:t>2</a:t>
            </a:fld>
            <a:endParaRPr lang="es-ES"/>
          </a:p>
        </p:txBody>
      </p:sp>
    </p:spTree>
    <p:extLst>
      <p:ext uri="{BB962C8B-B14F-4D97-AF65-F5344CB8AC3E}">
        <p14:creationId xmlns:p14="http://schemas.microsoft.com/office/powerpoint/2010/main" val="301746927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s-ES"/>
              <a:t>La aplicación tiene cuatro partes: la vitrina para las clientas, los filtros por GET, la ficha de cada prenda y la página de gestión, donde se registran, editan y eliminan prendas y se ve el valor del inventario.</a:t>
            </a:r>
          </a:p>
        </p:txBody>
      </p:sp>
      <p:sp>
        <p:nvSpPr>
          <p:cNvPr id="4" name="Slide Number Placeholder 3"/>
          <p:cNvSpPr>
            <a:spLocks noGrp="1"/>
          </p:cNvSpPr>
          <p:nvPr>
            <p:ph type="sldNum" sz="quarter" idx="5"/>
          </p:nvPr>
        </p:nvSpPr>
        <p:spPr/>
        <p:txBody>
          <a:bodyPr/>
          <a:lstStyle/>
          <a:p>
            <a:fld id="{B85737F6-190F-48FC-AE58-1A7571BD2731}" type="slidenum">
              <a:rPr lang="es-ES" smtClean="0"/>
              <a:t>3</a:t>
            </a:fld>
            <a:endParaRPr lang="es-ES"/>
          </a:p>
        </p:txBody>
      </p:sp>
    </p:spTree>
    <p:extLst>
      <p:ext uri="{BB962C8B-B14F-4D97-AF65-F5344CB8AC3E}">
        <p14:creationId xmlns:p14="http://schemas.microsoft.com/office/powerpoint/2010/main" val="23537092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s-ES"/>
              <a:t>El servidor solo publica la carpeta public. El código está en src y los datos en datos, ambos fuera del alcance de una URL. Cada página carga todo con un único require de arranque.php, y la persistencia está concentrada en Catalogo, lo que facilitará la migración a MySQL.</a:t>
            </a:r>
          </a:p>
        </p:txBody>
      </p:sp>
      <p:sp>
        <p:nvSpPr>
          <p:cNvPr id="4" name="Slide Number Placeholder 3"/>
          <p:cNvSpPr>
            <a:spLocks noGrp="1"/>
          </p:cNvSpPr>
          <p:nvPr>
            <p:ph type="sldNum" sz="quarter" idx="5"/>
          </p:nvPr>
        </p:nvSpPr>
        <p:spPr/>
        <p:txBody>
          <a:bodyPr/>
          <a:lstStyle/>
          <a:p>
            <a:fld id="{B85737F6-190F-48FC-AE58-1A7571BD2731}" type="slidenum">
              <a:rPr lang="es-ES" smtClean="0"/>
              <a:t>4</a:t>
            </a:fld>
            <a:endParaRPr lang="es-ES"/>
          </a:p>
        </p:txBody>
      </p:sp>
    </p:spTree>
    <p:extLst>
      <p:ext uri="{BB962C8B-B14F-4D97-AF65-F5344CB8AC3E}">
        <p14:creationId xmlns:p14="http://schemas.microsoft.com/office/powerpoint/2010/main" val="176639928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s-ES"/>
              <a:t>Tres clases y una enumeración. Producto y Categoria son readonly y usan promoción de propiedades en el constructor, con valores por defecto. Para editar se crea una copia con el método con, usando parámetros nombrados. Catalogo carga los objetos desde JSON, filtra, calcula el inventario y guarda.</a:t>
            </a:r>
          </a:p>
        </p:txBody>
      </p:sp>
      <p:sp>
        <p:nvSpPr>
          <p:cNvPr id="4" name="Slide Number Placeholder 3"/>
          <p:cNvSpPr>
            <a:spLocks noGrp="1"/>
          </p:cNvSpPr>
          <p:nvPr>
            <p:ph type="sldNum" sz="quarter" idx="5"/>
          </p:nvPr>
        </p:nvSpPr>
        <p:spPr/>
        <p:txBody>
          <a:bodyPr/>
          <a:lstStyle/>
          <a:p>
            <a:fld id="{B85737F6-190F-48FC-AE58-1A7571BD2731}" type="slidenum">
              <a:rPr lang="es-ES" smtClean="0"/>
              <a:t>5</a:t>
            </a:fld>
            <a:endParaRPr lang="es-ES"/>
          </a:p>
        </p:txBody>
      </p:sp>
    </p:spTree>
    <p:extLst>
      <p:ext uri="{BB962C8B-B14F-4D97-AF65-F5344CB8AC3E}">
        <p14:creationId xmlns:p14="http://schemas.microsoft.com/office/powerpoint/2010/main" val="379605707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s-ES"/>
              <a:t>Toda entrada se valida en el servidor. Los filtros usan GET y las operaciones que cambian datos usan POST. Si hay errores, la página responde 422 y muestra el mensaje junto a cada campo. Se acepta la coma decimal boliviana y, tras guardar, se redirige con 303.</a:t>
            </a:r>
          </a:p>
        </p:txBody>
      </p:sp>
      <p:sp>
        <p:nvSpPr>
          <p:cNvPr id="4" name="Slide Number Placeholder 3"/>
          <p:cNvSpPr>
            <a:spLocks noGrp="1"/>
          </p:cNvSpPr>
          <p:nvPr>
            <p:ph type="sldNum" sz="quarter" idx="5"/>
          </p:nvPr>
        </p:nvSpPr>
        <p:spPr/>
        <p:txBody>
          <a:bodyPr/>
          <a:lstStyle/>
          <a:p>
            <a:fld id="{B85737F6-190F-48FC-AE58-1A7571BD2731}" type="slidenum">
              <a:rPr lang="es-ES" smtClean="0"/>
              <a:t>6</a:t>
            </a:fld>
            <a:endParaRPr lang="es-ES"/>
          </a:p>
        </p:txBody>
      </p:sp>
    </p:spTree>
    <p:extLst>
      <p:ext uri="{BB962C8B-B14F-4D97-AF65-F5344CB8AC3E}">
        <p14:creationId xmlns:p14="http://schemas.microsoft.com/office/powerpoint/2010/main" val="18727649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s-ES"/>
              <a:t>La foto pasa por cinco controles: tipo real con finfo, tamaño máximo de 2 MB, nombre aleatorio, almacenamiento fuera de public y entrega por foto.php, que bloquea rutas con ../ y envía nosniff. Probamos un PHP disfrazado de JPG y se rechaza.</a:t>
            </a:r>
          </a:p>
        </p:txBody>
      </p:sp>
      <p:sp>
        <p:nvSpPr>
          <p:cNvPr id="4" name="Slide Number Placeholder 3"/>
          <p:cNvSpPr>
            <a:spLocks noGrp="1"/>
          </p:cNvSpPr>
          <p:nvPr>
            <p:ph type="sldNum" sz="quarter" idx="5"/>
          </p:nvPr>
        </p:nvSpPr>
        <p:spPr/>
        <p:txBody>
          <a:bodyPr/>
          <a:lstStyle/>
          <a:p>
            <a:fld id="{B85737F6-190F-48FC-AE58-1A7571BD2731}" type="slidenum">
              <a:rPr lang="es-ES" smtClean="0"/>
              <a:t>7</a:t>
            </a:fld>
            <a:endParaRPr lang="es-ES"/>
          </a:p>
        </p:txBody>
      </p:sp>
    </p:spTree>
    <p:extLst>
      <p:ext uri="{BB962C8B-B14F-4D97-AF65-F5344CB8AC3E}">
        <p14:creationId xmlns:p14="http://schemas.microsoft.com/office/powerpoint/2010/main" val="180511404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s-ES"/>
              <a:t>Aunque el laboratorio no lo exigía, adelanté requisitos del proyecto final: token CSRF, eliminación solo por POST, escape de toda la salida y cabeceras de seguridad. Cada uno está cubierto por una prueba.</a:t>
            </a:r>
          </a:p>
        </p:txBody>
      </p:sp>
      <p:sp>
        <p:nvSpPr>
          <p:cNvPr id="4" name="Slide Number Placeholder 3"/>
          <p:cNvSpPr>
            <a:spLocks noGrp="1"/>
          </p:cNvSpPr>
          <p:nvPr>
            <p:ph type="sldNum" sz="quarter" idx="5"/>
          </p:nvPr>
        </p:nvSpPr>
        <p:spPr/>
        <p:txBody>
          <a:bodyPr/>
          <a:lstStyle/>
          <a:p>
            <a:fld id="{B85737F6-190F-48FC-AE58-1A7571BD2731}" type="slidenum">
              <a:rPr lang="es-ES" smtClean="0"/>
              <a:t>8</a:t>
            </a:fld>
            <a:endParaRPr lang="es-ES"/>
          </a:p>
        </p:txBody>
      </p:sp>
    </p:spTree>
    <p:extLst>
      <p:ext uri="{BB962C8B-B14F-4D97-AF65-F5344CB8AC3E}">
        <p14:creationId xmlns:p14="http://schemas.microsoft.com/office/powerpoint/2010/main" val="396511045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s-ES"/>
              <a:t>El script verificar.php ejecuta 32 comprobaciones: 11 sobre las clases y 21 con peticiones HTTP reales, incluidos archivos maliciosos y envíos sin token. Trabaja sobre una copia temporal de los datos. Todas pasan.</a:t>
            </a:r>
          </a:p>
        </p:txBody>
      </p:sp>
      <p:sp>
        <p:nvSpPr>
          <p:cNvPr id="4" name="Slide Number Placeholder 3"/>
          <p:cNvSpPr>
            <a:spLocks noGrp="1"/>
          </p:cNvSpPr>
          <p:nvPr>
            <p:ph type="sldNum" sz="quarter" idx="5"/>
          </p:nvPr>
        </p:nvSpPr>
        <p:spPr/>
        <p:txBody>
          <a:bodyPr/>
          <a:lstStyle/>
          <a:p>
            <a:fld id="{B85737F6-190F-48FC-AE58-1A7571BD2731}" type="slidenum">
              <a:rPr lang="es-ES" smtClean="0"/>
              <a:t>9</a:t>
            </a:fld>
            <a:endParaRPr lang="es-ES"/>
          </a:p>
        </p:txBody>
      </p:sp>
    </p:spTree>
    <p:extLst>
      <p:ext uri="{BB962C8B-B14F-4D97-AF65-F5344CB8AC3E}">
        <p14:creationId xmlns:p14="http://schemas.microsoft.com/office/powerpoint/2010/main" val="291190835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s-ES"/>
              <a:t>El valor del inventario se verificó a mano: 12.303,50 bolivianos. La IA se equivocó dos veces en el valor esperado; las pruebas lo detectaron y lo corregí. Todo está registrado en la bitácora de IA.</a:t>
            </a:r>
          </a:p>
        </p:txBody>
      </p:sp>
      <p:sp>
        <p:nvSpPr>
          <p:cNvPr id="4" name="Slide Number Placeholder 3"/>
          <p:cNvSpPr>
            <a:spLocks noGrp="1"/>
          </p:cNvSpPr>
          <p:nvPr>
            <p:ph type="sldNum" sz="quarter" idx="5"/>
          </p:nvPr>
        </p:nvSpPr>
        <p:spPr/>
        <p:txBody>
          <a:bodyPr/>
          <a:lstStyle/>
          <a:p>
            <a:fld id="{B85737F6-190F-48FC-AE58-1A7571BD2731}" type="slidenum">
              <a:rPr lang="es-ES" smtClean="0"/>
              <a:t>10</a:t>
            </a:fld>
            <a:endParaRPr lang="es-ES"/>
          </a:p>
        </p:txBody>
      </p:sp>
    </p:spTree>
    <p:extLst>
      <p:ext uri="{BB962C8B-B14F-4D97-AF65-F5344CB8AC3E}">
        <p14:creationId xmlns:p14="http://schemas.microsoft.com/office/powerpoint/2010/main" val="984458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s-ES"/>
              <a:t>Sobre esta base siguen la migración a MySQL con consultas preparadas, los roles, los módulos de pedidos y pagos, la API REST con AJAX y la publicación en un hosting. Gracias.</a:t>
            </a:r>
          </a:p>
        </p:txBody>
      </p:sp>
      <p:sp>
        <p:nvSpPr>
          <p:cNvPr id="4" name="Slide Number Placeholder 3"/>
          <p:cNvSpPr>
            <a:spLocks noGrp="1"/>
          </p:cNvSpPr>
          <p:nvPr>
            <p:ph type="sldNum" sz="quarter" idx="5"/>
          </p:nvPr>
        </p:nvSpPr>
        <p:spPr/>
        <p:txBody>
          <a:bodyPr/>
          <a:lstStyle/>
          <a:p>
            <a:fld id="{B85737F6-190F-48FC-AE58-1A7571BD2731}" type="slidenum">
              <a:rPr lang="es-ES" smtClean="0"/>
              <a:t>11</a:t>
            </a:fld>
            <a:endParaRPr lang="es-ES"/>
          </a:p>
        </p:txBody>
      </p:sp>
    </p:spTree>
    <p:extLst>
      <p:ext uri="{BB962C8B-B14F-4D97-AF65-F5344CB8AC3E}">
        <p14:creationId xmlns:p14="http://schemas.microsoft.com/office/powerpoint/2010/main" val="369174383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346AB0-C7C5-899D-2B59-83EE6A1F7577}"/>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s-ES"/>
          </a:p>
        </p:txBody>
      </p:sp>
      <p:sp>
        <p:nvSpPr>
          <p:cNvPr id="3" name="Subtitle 2">
            <a:extLst>
              <a:ext uri="{FF2B5EF4-FFF2-40B4-BE49-F238E27FC236}">
                <a16:creationId xmlns:a16="http://schemas.microsoft.com/office/drawing/2014/main" id="{4E8AF371-F7BA-54FC-7BBE-05E2D30F5C2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s-ES"/>
          </a:p>
        </p:txBody>
      </p:sp>
      <p:sp>
        <p:nvSpPr>
          <p:cNvPr id="4" name="Date Placeholder 3">
            <a:extLst>
              <a:ext uri="{FF2B5EF4-FFF2-40B4-BE49-F238E27FC236}">
                <a16:creationId xmlns:a16="http://schemas.microsoft.com/office/drawing/2014/main" id="{40E65F6F-4171-EE67-DA21-BA0A597291A2}"/>
              </a:ext>
            </a:extLst>
          </p:cNvPr>
          <p:cNvSpPr>
            <a:spLocks noGrp="1"/>
          </p:cNvSpPr>
          <p:nvPr>
            <p:ph type="dt" sz="half" idx="10"/>
          </p:nvPr>
        </p:nvSpPr>
        <p:spPr/>
        <p:txBody>
          <a:bodyPr/>
          <a:lstStyle/>
          <a:p>
            <a:fld id="{1A0A1FA0-D0E1-4EE2-B617-34C1EB246A60}" type="datetimeFigureOut">
              <a:rPr lang="es-ES" smtClean="0"/>
              <a:t>12/10/2026</a:t>
            </a:fld>
            <a:endParaRPr lang="es-ES"/>
          </a:p>
        </p:txBody>
      </p:sp>
      <p:sp>
        <p:nvSpPr>
          <p:cNvPr id="5" name="Footer Placeholder 4">
            <a:extLst>
              <a:ext uri="{FF2B5EF4-FFF2-40B4-BE49-F238E27FC236}">
                <a16:creationId xmlns:a16="http://schemas.microsoft.com/office/drawing/2014/main" id="{517B1F4C-3574-88C2-DAC1-E26D86C1BDBC}"/>
              </a:ext>
            </a:extLst>
          </p:cNvPr>
          <p:cNvSpPr>
            <a:spLocks noGrp="1"/>
          </p:cNvSpPr>
          <p:nvPr>
            <p:ph type="ftr" sz="quarter" idx="11"/>
          </p:nvPr>
        </p:nvSpPr>
        <p:spPr/>
        <p:txBody>
          <a:bodyPr/>
          <a:lstStyle/>
          <a:p>
            <a:endParaRPr lang="es-ES"/>
          </a:p>
        </p:txBody>
      </p:sp>
      <p:sp>
        <p:nvSpPr>
          <p:cNvPr id="6" name="Slide Number Placeholder 5">
            <a:extLst>
              <a:ext uri="{FF2B5EF4-FFF2-40B4-BE49-F238E27FC236}">
                <a16:creationId xmlns:a16="http://schemas.microsoft.com/office/drawing/2014/main" id="{415A84F5-AB88-7899-3C99-F0B17D31A2D8}"/>
              </a:ext>
            </a:extLst>
          </p:cNvPr>
          <p:cNvSpPr>
            <a:spLocks noGrp="1"/>
          </p:cNvSpPr>
          <p:nvPr>
            <p:ph type="sldNum" sz="quarter" idx="12"/>
          </p:nvPr>
        </p:nvSpPr>
        <p:spPr/>
        <p:txBody>
          <a:bodyPr/>
          <a:lstStyle/>
          <a:p>
            <a:fld id="{9844D2E7-4CB7-4341-94AE-69D1AC3A5144}" type="slidenum">
              <a:rPr lang="es-ES" smtClean="0"/>
              <a:t>‹#›</a:t>
            </a:fld>
            <a:endParaRPr lang="es-ES"/>
          </a:p>
        </p:txBody>
      </p:sp>
    </p:spTree>
    <p:extLst>
      <p:ext uri="{BB962C8B-B14F-4D97-AF65-F5344CB8AC3E}">
        <p14:creationId xmlns:p14="http://schemas.microsoft.com/office/powerpoint/2010/main" val="310317991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453C3B-EBD9-1BB7-1750-2E1453D4C5EA}"/>
              </a:ext>
            </a:extLst>
          </p:cNvPr>
          <p:cNvSpPr>
            <a:spLocks noGrp="1"/>
          </p:cNvSpPr>
          <p:nvPr>
            <p:ph type="title"/>
          </p:nvPr>
        </p:nvSpPr>
        <p:spPr/>
        <p:txBody>
          <a:bodyPr/>
          <a:lstStyle/>
          <a:p>
            <a:r>
              <a:rPr lang="en-US"/>
              <a:t>Click to edit Master title style</a:t>
            </a:r>
            <a:endParaRPr lang="es-ES"/>
          </a:p>
        </p:txBody>
      </p:sp>
      <p:sp>
        <p:nvSpPr>
          <p:cNvPr id="3" name="Content Placeholder 2">
            <a:extLst>
              <a:ext uri="{FF2B5EF4-FFF2-40B4-BE49-F238E27FC236}">
                <a16:creationId xmlns:a16="http://schemas.microsoft.com/office/drawing/2014/main" id="{C3E320C9-E1B7-9741-B61C-1F86FF0CF0D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s-ES"/>
          </a:p>
        </p:txBody>
      </p:sp>
      <p:sp>
        <p:nvSpPr>
          <p:cNvPr id="4" name="Date Placeholder 3">
            <a:extLst>
              <a:ext uri="{FF2B5EF4-FFF2-40B4-BE49-F238E27FC236}">
                <a16:creationId xmlns:a16="http://schemas.microsoft.com/office/drawing/2014/main" id="{883D4A42-76F3-0D6D-831C-C4D50076B065}"/>
              </a:ext>
            </a:extLst>
          </p:cNvPr>
          <p:cNvSpPr>
            <a:spLocks noGrp="1"/>
          </p:cNvSpPr>
          <p:nvPr>
            <p:ph type="dt" sz="half" idx="10"/>
          </p:nvPr>
        </p:nvSpPr>
        <p:spPr/>
        <p:txBody>
          <a:bodyPr/>
          <a:lstStyle/>
          <a:p>
            <a:fld id="{1A0A1FA0-D0E1-4EE2-B617-34C1EB246A60}" type="datetimeFigureOut">
              <a:rPr lang="es-ES" smtClean="0"/>
              <a:t>12/10/2026</a:t>
            </a:fld>
            <a:endParaRPr lang="es-ES"/>
          </a:p>
        </p:txBody>
      </p:sp>
      <p:sp>
        <p:nvSpPr>
          <p:cNvPr id="5" name="Footer Placeholder 4">
            <a:extLst>
              <a:ext uri="{FF2B5EF4-FFF2-40B4-BE49-F238E27FC236}">
                <a16:creationId xmlns:a16="http://schemas.microsoft.com/office/drawing/2014/main" id="{F39E89B5-ABD2-8FFB-BC7C-C387782B0745}"/>
              </a:ext>
            </a:extLst>
          </p:cNvPr>
          <p:cNvSpPr>
            <a:spLocks noGrp="1"/>
          </p:cNvSpPr>
          <p:nvPr>
            <p:ph type="ftr" sz="quarter" idx="11"/>
          </p:nvPr>
        </p:nvSpPr>
        <p:spPr/>
        <p:txBody>
          <a:bodyPr/>
          <a:lstStyle/>
          <a:p>
            <a:endParaRPr lang="es-ES"/>
          </a:p>
        </p:txBody>
      </p:sp>
      <p:sp>
        <p:nvSpPr>
          <p:cNvPr id="6" name="Slide Number Placeholder 5">
            <a:extLst>
              <a:ext uri="{FF2B5EF4-FFF2-40B4-BE49-F238E27FC236}">
                <a16:creationId xmlns:a16="http://schemas.microsoft.com/office/drawing/2014/main" id="{208152D3-1544-6069-616B-686A0B71DBDC}"/>
              </a:ext>
            </a:extLst>
          </p:cNvPr>
          <p:cNvSpPr>
            <a:spLocks noGrp="1"/>
          </p:cNvSpPr>
          <p:nvPr>
            <p:ph type="sldNum" sz="quarter" idx="12"/>
          </p:nvPr>
        </p:nvSpPr>
        <p:spPr/>
        <p:txBody>
          <a:bodyPr/>
          <a:lstStyle/>
          <a:p>
            <a:fld id="{9844D2E7-4CB7-4341-94AE-69D1AC3A5144}" type="slidenum">
              <a:rPr lang="es-ES" smtClean="0"/>
              <a:t>‹#›</a:t>
            </a:fld>
            <a:endParaRPr lang="es-ES"/>
          </a:p>
        </p:txBody>
      </p:sp>
    </p:spTree>
    <p:extLst>
      <p:ext uri="{BB962C8B-B14F-4D97-AF65-F5344CB8AC3E}">
        <p14:creationId xmlns:p14="http://schemas.microsoft.com/office/powerpoint/2010/main" val="352912294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44BC44-EC2A-4A60-5A86-B6E31A6BC83B}"/>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s-ES"/>
          </a:p>
        </p:txBody>
      </p:sp>
      <p:sp>
        <p:nvSpPr>
          <p:cNvPr id="3" name="Text Placeholder 2">
            <a:extLst>
              <a:ext uri="{FF2B5EF4-FFF2-40B4-BE49-F238E27FC236}">
                <a16:creationId xmlns:a16="http://schemas.microsoft.com/office/drawing/2014/main" id="{13F462C2-B1BE-369A-8CC6-627E84500051}"/>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9205E70-58E0-D8EC-1432-5890EF9FC5D0}"/>
              </a:ext>
            </a:extLst>
          </p:cNvPr>
          <p:cNvSpPr>
            <a:spLocks noGrp="1"/>
          </p:cNvSpPr>
          <p:nvPr>
            <p:ph type="dt" sz="half" idx="10"/>
          </p:nvPr>
        </p:nvSpPr>
        <p:spPr/>
        <p:txBody>
          <a:bodyPr/>
          <a:lstStyle/>
          <a:p>
            <a:fld id="{1A0A1FA0-D0E1-4EE2-B617-34C1EB246A60}" type="datetimeFigureOut">
              <a:rPr lang="es-ES" smtClean="0"/>
              <a:t>12/10/2026</a:t>
            </a:fld>
            <a:endParaRPr lang="es-ES"/>
          </a:p>
        </p:txBody>
      </p:sp>
      <p:sp>
        <p:nvSpPr>
          <p:cNvPr id="5" name="Footer Placeholder 4">
            <a:extLst>
              <a:ext uri="{FF2B5EF4-FFF2-40B4-BE49-F238E27FC236}">
                <a16:creationId xmlns:a16="http://schemas.microsoft.com/office/drawing/2014/main" id="{7C797C6F-E875-693B-04C1-74EACAA04E71}"/>
              </a:ext>
            </a:extLst>
          </p:cNvPr>
          <p:cNvSpPr>
            <a:spLocks noGrp="1"/>
          </p:cNvSpPr>
          <p:nvPr>
            <p:ph type="ftr" sz="quarter" idx="11"/>
          </p:nvPr>
        </p:nvSpPr>
        <p:spPr/>
        <p:txBody>
          <a:bodyPr/>
          <a:lstStyle/>
          <a:p>
            <a:endParaRPr lang="es-ES"/>
          </a:p>
        </p:txBody>
      </p:sp>
      <p:sp>
        <p:nvSpPr>
          <p:cNvPr id="6" name="Slide Number Placeholder 5">
            <a:extLst>
              <a:ext uri="{FF2B5EF4-FFF2-40B4-BE49-F238E27FC236}">
                <a16:creationId xmlns:a16="http://schemas.microsoft.com/office/drawing/2014/main" id="{ABB42D2A-97E4-A0FC-5F6A-E0A09AA67FE2}"/>
              </a:ext>
            </a:extLst>
          </p:cNvPr>
          <p:cNvSpPr>
            <a:spLocks noGrp="1"/>
          </p:cNvSpPr>
          <p:nvPr>
            <p:ph type="sldNum" sz="quarter" idx="12"/>
          </p:nvPr>
        </p:nvSpPr>
        <p:spPr/>
        <p:txBody>
          <a:bodyPr/>
          <a:lstStyle/>
          <a:p>
            <a:fld id="{9844D2E7-4CB7-4341-94AE-69D1AC3A5144}" type="slidenum">
              <a:rPr lang="es-ES" smtClean="0"/>
              <a:t>‹#›</a:t>
            </a:fld>
            <a:endParaRPr lang="es-ES"/>
          </a:p>
        </p:txBody>
      </p:sp>
    </p:spTree>
    <p:extLst>
      <p:ext uri="{BB962C8B-B14F-4D97-AF65-F5344CB8AC3E}">
        <p14:creationId xmlns:p14="http://schemas.microsoft.com/office/powerpoint/2010/main" val="426834277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046FAB-AE44-857A-12B6-28C342DBE753}"/>
              </a:ext>
            </a:extLst>
          </p:cNvPr>
          <p:cNvSpPr>
            <a:spLocks noGrp="1"/>
          </p:cNvSpPr>
          <p:nvPr>
            <p:ph type="title"/>
          </p:nvPr>
        </p:nvSpPr>
        <p:spPr/>
        <p:txBody>
          <a:bodyPr/>
          <a:lstStyle/>
          <a:p>
            <a:r>
              <a:rPr lang="en-US"/>
              <a:t>Click to edit Master title style</a:t>
            </a:r>
            <a:endParaRPr lang="es-ES"/>
          </a:p>
        </p:txBody>
      </p:sp>
      <p:sp>
        <p:nvSpPr>
          <p:cNvPr id="3" name="Content Placeholder 2">
            <a:extLst>
              <a:ext uri="{FF2B5EF4-FFF2-40B4-BE49-F238E27FC236}">
                <a16:creationId xmlns:a16="http://schemas.microsoft.com/office/drawing/2014/main" id="{5A163E43-A2FB-01A0-BF09-268BB9C09A6B}"/>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s-ES"/>
          </a:p>
        </p:txBody>
      </p:sp>
      <p:sp>
        <p:nvSpPr>
          <p:cNvPr id="4" name="Content Placeholder 3">
            <a:extLst>
              <a:ext uri="{FF2B5EF4-FFF2-40B4-BE49-F238E27FC236}">
                <a16:creationId xmlns:a16="http://schemas.microsoft.com/office/drawing/2014/main" id="{F52E95F1-F488-17DE-88A4-DBA6F43019B8}"/>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s-ES"/>
          </a:p>
        </p:txBody>
      </p:sp>
      <p:sp>
        <p:nvSpPr>
          <p:cNvPr id="5" name="Date Placeholder 4">
            <a:extLst>
              <a:ext uri="{FF2B5EF4-FFF2-40B4-BE49-F238E27FC236}">
                <a16:creationId xmlns:a16="http://schemas.microsoft.com/office/drawing/2014/main" id="{83EDBF2E-75A9-6D83-0E3C-67BAE989DE78}"/>
              </a:ext>
            </a:extLst>
          </p:cNvPr>
          <p:cNvSpPr>
            <a:spLocks noGrp="1"/>
          </p:cNvSpPr>
          <p:nvPr>
            <p:ph type="dt" sz="half" idx="10"/>
          </p:nvPr>
        </p:nvSpPr>
        <p:spPr/>
        <p:txBody>
          <a:bodyPr/>
          <a:lstStyle/>
          <a:p>
            <a:fld id="{1A0A1FA0-D0E1-4EE2-B617-34C1EB246A60}" type="datetimeFigureOut">
              <a:rPr lang="es-ES" smtClean="0"/>
              <a:t>12/10/2026</a:t>
            </a:fld>
            <a:endParaRPr lang="es-ES"/>
          </a:p>
        </p:txBody>
      </p:sp>
      <p:sp>
        <p:nvSpPr>
          <p:cNvPr id="6" name="Footer Placeholder 5">
            <a:extLst>
              <a:ext uri="{FF2B5EF4-FFF2-40B4-BE49-F238E27FC236}">
                <a16:creationId xmlns:a16="http://schemas.microsoft.com/office/drawing/2014/main" id="{D9612545-3ABD-B8F3-41E4-D7FE9DBE1CD2}"/>
              </a:ext>
            </a:extLst>
          </p:cNvPr>
          <p:cNvSpPr>
            <a:spLocks noGrp="1"/>
          </p:cNvSpPr>
          <p:nvPr>
            <p:ph type="ftr" sz="quarter" idx="11"/>
          </p:nvPr>
        </p:nvSpPr>
        <p:spPr/>
        <p:txBody>
          <a:bodyPr/>
          <a:lstStyle/>
          <a:p>
            <a:endParaRPr lang="es-ES"/>
          </a:p>
        </p:txBody>
      </p:sp>
      <p:sp>
        <p:nvSpPr>
          <p:cNvPr id="7" name="Slide Number Placeholder 6">
            <a:extLst>
              <a:ext uri="{FF2B5EF4-FFF2-40B4-BE49-F238E27FC236}">
                <a16:creationId xmlns:a16="http://schemas.microsoft.com/office/drawing/2014/main" id="{2E6674A3-E8A4-A534-7315-F0A486751D73}"/>
              </a:ext>
            </a:extLst>
          </p:cNvPr>
          <p:cNvSpPr>
            <a:spLocks noGrp="1"/>
          </p:cNvSpPr>
          <p:nvPr>
            <p:ph type="sldNum" sz="quarter" idx="12"/>
          </p:nvPr>
        </p:nvSpPr>
        <p:spPr/>
        <p:txBody>
          <a:bodyPr/>
          <a:lstStyle/>
          <a:p>
            <a:fld id="{9844D2E7-4CB7-4341-94AE-69D1AC3A5144}" type="slidenum">
              <a:rPr lang="es-ES" smtClean="0"/>
              <a:t>‹#›</a:t>
            </a:fld>
            <a:endParaRPr lang="es-ES"/>
          </a:p>
        </p:txBody>
      </p:sp>
    </p:spTree>
    <p:extLst>
      <p:ext uri="{BB962C8B-B14F-4D97-AF65-F5344CB8AC3E}">
        <p14:creationId xmlns:p14="http://schemas.microsoft.com/office/powerpoint/2010/main" val="278455752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288DF8-AA16-5B1E-0484-7E6E3702C913}"/>
              </a:ext>
            </a:extLst>
          </p:cNvPr>
          <p:cNvSpPr>
            <a:spLocks noGrp="1"/>
          </p:cNvSpPr>
          <p:nvPr>
            <p:ph type="title"/>
          </p:nvPr>
        </p:nvSpPr>
        <p:spPr>
          <a:xfrm>
            <a:off x="839788" y="365125"/>
            <a:ext cx="10515600" cy="1325563"/>
          </a:xfrm>
        </p:spPr>
        <p:txBody>
          <a:bodyPr/>
          <a:lstStyle/>
          <a:p>
            <a:r>
              <a:rPr lang="en-US"/>
              <a:t>Click to edit Master title style</a:t>
            </a:r>
            <a:endParaRPr lang="es-ES"/>
          </a:p>
        </p:txBody>
      </p:sp>
      <p:sp>
        <p:nvSpPr>
          <p:cNvPr id="3" name="Text Placeholder 2">
            <a:extLst>
              <a:ext uri="{FF2B5EF4-FFF2-40B4-BE49-F238E27FC236}">
                <a16:creationId xmlns:a16="http://schemas.microsoft.com/office/drawing/2014/main" id="{2C8E0A65-C425-5943-D1DB-F7D8A91D4AC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574F264F-EA1B-B38B-FE69-C470088ABEC8}"/>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s-ES"/>
          </a:p>
        </p:txBody>
      </p:sp>
      <p:sp>
        <p:nvSpPr>
          <p:cNvPr id="5" name="Text Placeholder 4">
            <a:extLst>
              <a:ext uri="{FF2B5EF4-FFF2-40B4-BE49-F238E27FC236}">
                <a16:creationId xmlns:a16="http://schemas.microsoft.com/office/drawing/2014/main" id="{DEAC8F99-8BEE-D7B4-C2CF-77AA34E5E9A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BFBDAB6F-5C32-1F76-F113-8791133CCE05}"/>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s-ES"/>
          </a:p>
        </p:txBody>
      </p:sp>
      <p:sp>
        <p:nvSpPr>
          <p:cNvPr id="7" name="Date Placeholder 6">
            <a:extLst>
              <a:ext uri="{FF2B5EF4-FFF2-40B4-BE49-F238E27FC236}">
                <a16:creationId xmlns:a16="http://schemas.microsoft.com/office/drawing/2014/main" id="{E7E81BD1-617E-4F35-8A34-2D37DC95C0FA}"/>
              </a:ext>
            </a:extLst>
          </p:cNvPr>
          <p:cNvSpPr>
            <a:spLocks noGrp="1"/>
          </p:cNvSpPr>
          <p:nvPr>
            <p:ph type="dt" sz="half" idx="10"/>
          </p:nvPr>
        </p:nvSpPr>
        <p:spPr/>
        <p:txBody>
          <a:bodyPr/>
          <a:lstStyle/>
          <a:p>
            <a:fld id="{1A0A1FA0-D0E1-4EE2-B617-34C1EB246A60}" type="datetimeFigureOut">
              <a:rPr lang="es-ES" smtClean="0"/>
              <a:t>12/10/2026</a:t>
            </a:fld>
            <a:endParaRPr lang="es-ES"/>
          </a:p>
        </p:txBody>
      </p:sp>
      <p:sp>
        <p:nvSpPr>
          <p:cNvPr id="8" name="Footer Placeholder 7">
            <a:extLst>
              <a:ext uri="{FF2B5EF4-FFF2-40B4-BE49-F238E27FC236}">
                <a16:creationId xmlns:a16="http://schemas.microsoft.com/office/drawing/2014/main" id="{1FDFAE2E-F7AA-3B74-6838-20A94C8B4763}"/>
              </a:ext>
            </a:extLst>
          </p:cNvPr>
          <p:cNvSpPr>
            <a:spLocks noGrp="1"/>
          </p:cNvSpPr>
          <p:nvPr>
            <p:ph type="ftr" sz="quarter" idx="11"/>
          </p:nvPr>
        </p:nvSpPr>
        <p:spPr/>
        <p:txBody>
          <a:bodyPr/>
          <a:lstStyle/>
          <a:p>
            <a:endParaRPr lang="es-ES"/>
          </a:p>
        </p:txBody>
      </p:sp>
      <p:sp>
        <p:nvSpPr>
          <p:cNvPr id="9" name="Slide Number Placeholder 8">
            <a:extLst>
              <a:ext uri="{FF2B5EF4-FFF2-40B4-BE49-F238E27FC236}">
                <a16:creationId xmlns:a16="http://schemas.microsoft.com/office/drawing/2014/main" id="{E369CCA2-6EA9-6210-7951-E1BAE508CFF2}"/>
              </a:ext>
            </a:extLst>
          </p:cNvPr>
          <p:cNvSpPr>
            <a:spLocks noGrp="1"/>
          </p:cNvSpPr>
          <p:nvPr>
            <p:ph type="sldNum" sz="quarter" idx="12"/>
          </p:nvPr>
        </p:nvSpPr>
        <p:spPr/>
        <p:txBody>
          <a:bodyPr/>
          <a:lstStyle/>
          <a:p>
            <a:fld id="{9844D2E7-4CB7-4341-94AE-69D1AC3A5144}" type="slidenum">
              <a:rPr lang="es-ES" smtClean="0"/>
              <a:t>‹#›</a:t>
            </a:fld>
            <a:endParaRPr lang="es-ES"/>
          </a:p>
        </p:txBody>
      </p:sp>
    </p:spTree>
    <p:extLst>
      <p:ext uri="{BB962C8B-B14F-4D97-AF65-F5344CB8AC3E}">
        <p14:creationId xmlns:p14="http://schemas.microsoft.com/office/powerpoint/2010/main" val="219267543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01246F-828C-AF51-6AA1-EFB01BBDF559}"/>
              </a:ext>
            </a:extLst>
          </p:cNvPr>
          <p:cNvSpPr>
            <a:spLocks noGrp="1"/>
          </p:cNvSpPr>
          <p:nvPr>
            <p:ph type="title"/>
          </p:nvPr>
        </p:nvSpPr>
        <p:spPr/>
        <p:txBody>
          <a:bodyPr/>
          <a:lstStyle/>
          <a:p>
            <a:r>
              <a:rPr lang="en-US"/>
              <a:t>Click to edit Master title style</a:t>
            </a:r>
            <a:endParaRPr lang="es-ES"/>
          </a:p>
        </p:txBody>
      </p:sp>
      <p:sp>
        <p:nvSpPr>
          <p:cNvPr id="3" name="Date Placeholder 2">
            <a:extLst>
              <a:ext uri="{FF2B5EF4-FFF2-40B4-BE49-F238E27FC236}">
                <a16:creationId xmlns:a16="http://schemas.microsoft.com/office/drawing/2014/main" id="{42E2CE88-39D6-32B1-3D32-5358FB4AD706}"/>
              </a:ext>
            </a:extLst>
          </p:cNvPr>
          <p:cNvSpPr>
            <a:spLocks noGrp="1"/>
          </p:cNvSpPr>
          <p:nvPr>
            <p:ph type="dt" sz="half" idx="10"/>
          </p:nvPr>
        </p:nvSpPr>
        <p:spPr/>
        <p:txBody>
          <a:bodyPr/>
          <a:lstStyle/>
          <a:p>
            <a:fld id="{1A0A1FA0-D0E1-4EE2-B617-34C1EB246A60}" type="datetimeFigureOut">
              <a:rPr lang="es-ES" smtClean="0"/>
              <a:t>12/10/2026</a:t>
            </a:fld>
            <a:endParaRPr lang="es-ES"/>
          </a:p>
        </p:txBody>
      </p:sp>
      <p:sp>
        <p:nvSpPr>
          <p:cNvPr id="4" name="Footer Placeholder 3">
            <a:extLst>
              <a:ext uri="{FF2B5EF4-FFF2-40B4-BE49-F238E27FC236}">
                <a16:creationId xmlns:a16="http://schemas.microsoft.com/office/drawing/2014/main" id="{754622F5-B165-4626-6830-220C9C574F6A}"/>
              </a:ext>
            </a:extLst>
          </p:cNvPr>
          <p:cNvSpPr>
            <a:spLocks noGrp="1"/>
          </p:cNvSpPr>
          <p:nvPr>
            <p:ph type="ftr" sz="quarter" idx="11"/>
          </p:nvPr>
        </p:nvSpPr>
        <p:spPr/>
        <p:txBody>
          <a:bodyPr/>
          <a:lstStyle/>
          <a:p>
            <a:endParaRPr lang="es-ES"/>
          </a:p>
        </p:txBody>
      </p:sp>
      <p:sp>
        <p:nvSpPr>
          <p:cNvPr id="5" name="Slide Number Placeholder 4">
            <a:extLst>
              <a:ext uri="{FF2B5EF4-FFF2-40B4-BE49-F238E27FC236}">
                <a16:creationId xmlns:a16="http://schemas.microsoft.com/office/drawing/2014/main" id="{99E94D08-313D-A0F6-9A74-AE4048C108B1}"/>
              </a:ext>
            </a:extLst>
          </p:cNvPr>
          <p:cNvSpPr>
            <a:spLocks noGrp="1"/>
          </p:cNvSpPr>
          <p:nvPr>
            <p:ph type="sldNum" sz="quarter" idx="12"/>
          </p:nvPr>
        </p:nvSpPr>
        <p:spPr/>
        <p:txBody>
          <a:bodyPr/>
          <a:lstStyle/>
          <a:p>
            <a:fld id="{9844D2E7-4CB7-4341-94AE-69D1AC3A5144}" type="slidenum">
              <a:rPr lang="es-ES" smtClean="0"/>
              <a:t>‹#›</a:t>
            </a:fld>
            <a:endParaRPr lang="es-ES"/>
          </a:p>
        </p:txBody>
      </p:sp>
    </p:spTree>
    <p:extLst>
      <p:ext uri="{BB962C8B-B14F-4D97-AF65-F5344CB8AC3E}">
        <p14:creationId xmlns:p14="http://schemas.microsoft.com/office/powerpoint/2010/main" val="334107479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B97FE6E-9139-2A8A-7857-EE7D65739C66}"/>
              </a:ext>
            </a:extLst>
          </p:cNvPr>
          <p:cNvSpPr>
            <a:spLocks noGrp="1"/>
          </p:cNvSpPr>
          <p:nvPr>
            <p:ph type="dt" sz="half" idx="10"/>
          </p:nvPr>
        </p:nvSpPr>
        <p:spPr/>
        <p:txBody>
          <a:bodyPr/>
          <a:lstStyle/>
          <a:p>
            <a:fld id="{1A0A1FA0-D0E1-4EE2-B617-34C1EB246A60}" type="datetimeFigureOut">
              <a:rPr lang="es-ES" smtClean="0"/>
              <a:t>12/10/2026</a:t>
            </a:fld>
            <a:endParaRPr lang="es-ES"/>
          </a:p>
        </p:txBody>
      </p:sp>
      <p:sp>
        <p:nvSpPr>
          <p:cNvPr id="3" name="Footer Placeholder 2">
            <a:extLst>
              <a:ext uri="{FF2B5EF4-FFF2-40B4-BE49-F238E27FC236}">
                <a16:creationId xmlns:a16="http://schemas.microsoft.com/office/drawing/2014/main" id="{F82A4946-3388-36FC-ADA0-48511DE2E38D}"/>
              </a:ext>
            </a:extLst>
          </p:cNvPr>
          <p:cNvSpPr>
            <a:spLocks noGrp="1"/>
          </p:cNvSpPr>
          <p:nvPr>
            <p:ph type="ftr" sz="quarter" idx="11"/>
          </p:nvPr>
        </p:nvSpPr>
        <p:spPr/>
        <p:txBody>
          <a:bodyPr/>
          <a:lstStyle/>
          <a:p>
            <a:endParaRPr lang="es-ES"/>
          </a:p>
        </p:txBody>
      </p:sp>
      <p:sp>
        <p:nvSpPr>
          <p:cNvPr id="4" name="Slide Number Placeholder 3">
            <a:extLst>
              <a:ext uri="{FF2B5EF4-FFF2-40B4-BE49-F238E27FC236}">
                <a16:creationId xmlns:a16="http://schemas.microsoft.com/office/drawing/2014/main" id="{2E84B398-7122-CA18-E89C-07BC39DEB98A}"/>
              </a:ext>
            </a:extLst>
          </p:cNvPr>
          <p:cNvSpPr>
            <a:spLocks noGrp="1"/>
          </p:cNvSpPr>
          <p:nvPr>
            <p:ph type="sldNum" sz="quarter" idx="12"/>
          </p:nvPr>
        </p:nvSpPr>
        <p:spPr/>
        <p:txBody>
          <a:bodyPr/>
          <a:lstStyle/>
          <a:p>
            <a:fld id="{9844D2E7-4CB7-4341-94AE-69D1AC3A5144}" type="slidenum">
              <a:rPr lang="es-ES" smtClean="0"/>
              <a:t>‹#›</a:t>
            </a:fld>
            <a:endParaRPr lang="es-ES"/>
          </a:p>
        </p:txBody>
      </p:sp>
    </p:spTree>
    <p:extLst>
      <p:ext uri="{BB962C8B-B14F-4D97-AF65-F5344CB8AC3E}">
        <p14:creationId xmlns:p14="http://schemas.microsoft.com/office/powerpoint/2010/main" val="37163566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5699E1-44CF-2C95-F4C6-D28A6FACEBB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s-ES"/>
          </a:p>
        </p:txBody>
      </p:sp>
      <p:sp>
        <p:nvSpPr>
          <p:cNvPr id="3" name="Content Placeholder 2">
            <a:extLst>
              <a:ext uri="{FF2B5EF4-FFF2-40B4-BE49-F238E27FC236}">
                <a16:creationId xmlns:a16="http://schemas.microsoft.com/office/drawing/2014/main" id="{07FB8691-26E6-FEBA-02FF-4F48F82F2E6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s-ES"/>
          </a:p>
        </p:txBody>
      </p:sp>
      <p:sp>
        <p:nvSpPr>
          <p:cNvPr id="4" name="Text Placeholder 3">
            <a:extLst>
              <a:ext uri="{FF2B5EF4-FFF2-40B4-BE49-F238E27FC236}">
                <a16:creationId xmlns:a16="http://schemas.microsoft.com/office/drawing/2014/main" id="{0CE18CCC-0BC3-B665-EB45-D4FB02C142D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0E8FA8F-BEFD-7DD5-2EEA-F03EE2A0C50F}"/>
              </a:ext>
            </a:extLst>
          </p:cNvPr>
          <p:cNvSpPr>
            <a:spLocks noGrp="1"/>
          </p:cNvSpPr>
          <p:nvPr>
            <p:ph type="dt" sz="half" idx="10"/>
          </p:nvPr>
        </p:nvSpPr>
        <p:spPr/>
        <p:txBody>
          <a:bodyPr/>
          <a:lstStyle/>
          <a:p>
            <a:fld id="{1A0A1FA0-D0E1-4EE2-B617-34C1EB246A60}" type="datetimeFigureOut">
              <a:rPr lang="es-ES" smtClean="0"/>
              <a:t>12/10/2026</a:t>
            </a:fld>
            <a:endParaRPr lang="es-ES"/>
          </a:p>
        </p:txBody>
      </p:sp>
      <p:sp>
        <p:nvSpPr>
          <p:cNvPr id="6" name="Footer Placeholder 5">
            <a:extLst>
              <a:ext uri="{FF2B5EF4-FFF2-40B4-BE49-F238E27FC236}">
                <a16:creationId xmlns:a16="http://schemas.microsoft.com/office/drawing/2014/main" id="{27709610-795B-58D1-37F2-C1D638B9E063}"/>
              </a:ext>
            </a:extLst>
          </p:cNvPr>
          <p:cNvSpPr>
            <a:spLocks noGrp="1"/>
          </p:cNvSpPr>
          <p:nvPr>
            <p:ph type="ftr" sz="quarter" idx="11"/>
          </p:nvPr>
        </p:nvSpPr>
        <p:spPr/>
        <p:txBody>
          <a:bodyPr/>
          <a:lstStyle/>
          <a:p>
            <a:endParaRPr lang="es-ES"/>
          </a:p>
        </p:txBody>
      </p:sp>
      <p:sp>
        <p:nvSpPr>
          <p:cNvPr id="7" name="Slide Number Placeholder 6">
            <a:extLst>
              <a:ext uri="{FF2B5EF4-FFF2-40B4-BE49-F238E27FC236}">
                <a16:creationId xmlns:a16="http://schemas.microsoft.com/office/drawing/2014/main" id="{B84E5C84-E91B-89CE-A2B6-02DE207B991C}"/>
              </a:ext>
            </a:extLst>
          </p:cNvPr>
          <p:cNvSpPr>
            <a:spLocks noGrp="1"/>
          </p:cNvSpPr>
          <p:nvPr>
            <p:ph type="sldNum" sz="quarter" idx="12"/>
          </p:nvPr>
        </p:nvSpPr>
        <p:spPr/>
        <p:txBody>
          <a:bodyPr/>
          <a:lstStyle/>
          <a:p>
            <a:fld id="{9844D2E7-4CB7-4341-94AE-69D1AC3A5144}" type="slidenum">
              <a:rPr lang="es-ES" smtClean="0"/>
              <a:t>‹#›</a:t>
            </a:fld>
            <a:endParaRPr lang="es-ES"/>
          </a:p>
        </p:txBody>
      </p:sp>
    </p:spTree>
    <p:extLst>
      <p:ext uri="{BB962C8B-B14F-4D97-AF65-F5344CB8AC3E}">
        <p14:creationId xmlns:p14="http://schemas.microsoft.com/office/powerpoint/2010/main" val="423820291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2B7E89-8681-71B5-A953-905EF443B51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s-ES"/>
          </a:p>
        </p:txBody>
      </p:sp>
      <p:sp>
        <p:nvSpPr>
          <p:cNvPr id="3" name="Picture Placeholder 2">
            <a:extLst>
              <a:ext uri="{FF2B5EF4-FFF2-40B4-BE49-F238E27FC236}">
                <a16:creationId xmlns:a16="http://schemas.microsoft.com/office/drawing/2014/main" id="{ECDEB79B-9C94-D1FD-E8A7-797B9811D014}"/>
              </a:ext>
            </a:extLst>
          </p:cNvPr>
          <p:cNvSpPr>
            <a:spLocks noGrp="1" noChangeAspect="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ES"/>
          </a:p>
        </p:txBody>
      </p:sp>
      <p:sp>
        <p:nvSpPr>
          <p:cNvPr id="4" name="Text Placeholder 3">
            <a:extLst>
              <a:ext uri="{FF2B5EF4-FFF2-40B4-BE49-F238E27FC236}">
                <a16:creationId xmlns:a16="http://schemas.microsoft.com/office/drawing/2014/main" id="{F4324251-7D7C-2274-FAB5-03FDB5FC29D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AA758BF-89C2-5128-737A-7FCDA8AFF606}"/>
              </a:ext>
            </a:extLst>
          </p:cNvPr>
          <p:cNvSpPr>
            <a:spLocks noGrp="1"/>
          </p:cNvSpPr>
          <p:nvPr>
            <p:ph type="dt" sz="half" idx="10"/>
          </p:nvPr>
        </p:nvSpPr>
        <p:spPr/>
        <p:txBody>
          <a:bodyPr/>
          <a:lstStyle/>
          <a:p>
            <a:fld id="{1A0A1FA0-D0E1-4EE2-B617-34C1EB246A60}" type="datetimeFigureOut">
              <a:rPr lang="es-ES" smtClean="0"/>
              <a:t>12/10/2026</a:t>
            </a:fld>
            <a:endParaRPr lang="es-ES"/>
          </a:p>
        </p:txBody>
      </p:sp>
      <p:sp>
        <p:nvSpPr>
          <p:cNvPr id="6" name="Footer Placeholder 5">
            <a:extLst>
              <a:ext uri="{FF2B5EF4-FFF2-40B4-BE49-F238E27FC236}">
                <a16:creationId xmlns:a16="http://schemas.microsoft.com/office/drawing/2014/main" id="{F391F28D-F016-8430-E777-01B911BDE474}"/>
              </a:ext>
            </a:extLst>
          </p:cNvPr>
          <p:cNvSpPr>
            <a:spLocks noGrp="1"/>
          </p:cNvSpPr>
          <p:nvPr>
            <p:ph type="ftr" sz="quarter" idx="11"/>
          </p:nvPr>
        </p:nvSpPr>
        <p:spPr/>
        <p:txBody>
          <a:bodyPr/>
          <a:lstStyle/>
          <a:p>
            <a:endParaRPr lang="es-ES"/>
          </a:p>
        </p:txBody>
      </p:sp>
      <p:sp>
        <p:nvSpPr>
          <p:cNvPr id="7" name="Slide Number Placeholder 6">
            <a:extLst>
              <a:ext uri="{FF2B5EF4-FFF2-40B4-BE49-F238E27FC236}">
                <a16:creationId xmlns:a16="http://schemas.microsoft.com/office/drawing/2014/main" id="{C1F1F239-7C75-0451-2397-0A8F12441ABD}"/>
              </a:ext>
            </a:extLst>
          </p:cNvPr>
          <p:cNvSpPr>
            <a:spLocks noGrp="1"/>
          </p:cNvSpPr>
          <p:nvPr>
            <p:ph type="sldNum" sz="quarter" idx="12"/>
          </p:nvPr>
        </p:nvSpPr>
        <p:spPr/>
        <p:txBody>
          <a:bodyPr/>
          <a:lstStyle/>
          <a:p>
            <a:fld id="{9844D2E7-4CB7-4341-94AE-69D1AC3A5144}" type="slidenum">
              <a:rPr lang="es-ES" smtClean="0"/>
              <a:t>‹#›</a:t>
            </a:fld>
            <a:endParaRPr lang="es-ES"/>
          </a:p>
        </p:txBody>
      </p:sp>
    </p:spTree>
    <p:extLst>
      <p:ext uri="{BB962C8B-B14F-4D97-AF65-F5344CB8AC3E}">
        <p14:creationId xmlns:p14="http://schemas.microsoft.com/office/powerpoint/2010/main" val="337299598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E5A5E1-144C-A351-F052-27738E208FD3}"/>
              </a:ext>
            </a:extLst>
          </p:cNvPr>
          <p:cNvSpPr>
            <a:spLocks noGrp="1"/>
          </p:cNvSpPr>
          <p:nvPr>
            <p:ph type="title"/>
          </p:nvPr>
        </p:nvSpPr>
        <p:spPr/>
        <p:txBody>
          <a:bodyPr/>
          <a:lstStyle/>
          <a:p>
            <a:r>
              <a:rPr lang="en-US"/>
              <a:t>Click to edit Master title style</a:t>
            </a:r>
            <a:endParaRPr lang="es-ES"/>
          </a:p>
        </p:txBody>
      </p:sp>
      <p:sp>
        <p:nvSpPr>
          <p:cNvPr id="3" name="Vertical Text Placeholder 2">
            <a:extLst>
              <a:ext uri="{FF2B5EF4-FFF2-40B4-BE49-F238E27FC236}">
                <a16:creationId xmlns:a16="http://schemas.microsoft.com/office/drawing/2014/main" id="{E60842B7-F402-656F-29A6-E6ADE1963ECB}"/>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s-ES"/>
          </a:p>
        </p:txBody>
      </p:sp>
      <p:sp>
        <p:nvSpPr>
          <p:cNvPr id="4" name="Date Placeholder 3">
            <a:extLst>
              <a:ext uri="{FF2B5EF4-FFF2-40B4-BE49-F238E27FC236}">
                <a16:creationId xmlns:a16="http://schemas.microsoft.com/office/drawing/2014/main" id="{24445FA7-6E0A-09EA-4D2D-D861759A2663}"/>
              </a:ext>
            </a:extLst>
          </p:cNvPr>
          <p:cNvSpPr>
            <a:spLocks noGrp="1"/>
          </p:cNvSpPr>
          <p:nvPr>
            <p:ph type="dt" sz="half" idx="10"/>
          </p:nvPr>
        </p:nvSpPr>
        <p:spPr/>
        <p:txBody>
          <a:bodyPr/>
          <a:lstStyle/>
          <a:p>
            <a:fld id="{1A0A1FA0-D0E1-4EE2-B617-34C1EB246A60}" type="datetimeFigureOut">
              <a:rPr lang="es-ES" smtClean="0"/>
              <a:t>12/10/2026</a:t>
            </a:fld>
            <a:endParaRPr lang="es-ES"/>
          </a:p>
        </p:txBody>
      </p:sp>
      <p:sp>
        <p:nvSpPr>
          <p:cNvPr id="5" name="Footer Placeholder 4">
            <a:extLst>
              <a:ext uri="{FF2B5EF4-FFF2-40B4-BE49-F238E27FC236}">
                <a16:creationId xmlns:a16="http://schemas.microsoft.com/office/drawing/2014/main" id="{78F31348-5E4D-D1D6-80B8-54D87DE49253}"/>
              </a:ext>
            </a:extLst>
          </p:cNvPr>
          <p:cNvSpPr>
            <a:spLocks noGrp="1"/>
          </p:cNvSpPr>
          <p:nvPr>
            <p:ph type="ftr" sz="quarter" idx="11"/>
          </p:nvPr>
        </p:nvSpPr>
        <p:spPr/>
        <p:txBody>
          <a:bodyPr/>
          <a:lstStyle/>
          <a:p>
            <a:endParaRPr lang="es-ES"/>
          </a:p>
        </p:txBody>
      </p:sp>
      <p:sp>
        <p:nvSpPr>
          <p:cNvPr id="6" name="Slide Number Placeholder 5">
            <a:extLst>
              <a:ext uri="{FF2B5EF4-FFF2-40B4-BE49-F238E27FC236}">
                <a16:creationId xmlns:a16="http://schemas.microsoft.com/office/drawing/2014/main" id="{EB35A16F-6726-F73C-7BF6-09FC851F4BD4}"/>
              </a:ext>
            </a:extLst>
          </p:cNvPr>
          <p:cNvSpPr>
            <a:spLocks noGrp="1"/>
          </p:cNvSpPr>
          <p:nvPr>
            <p:ph type="sldNum" sz="quarter" idx="12"/>
          </p:nvPr>
        </p:nvSpPr>
        <p:spPr/>
        <p:txBody>
          <a:bodyPr/>
          <a:lstStyle/>
          <a:p>
            <a:fld id="{9844D2E7-4CB7-4341-94AE-69D1AC3A5144}" type="slidenum">
              <a:rPr lang="es-ES" smtClean="0"/>
              <a:t>‹#›</a:t>
            </a:fld>
            <a:endParaRPr lang="es-ES"/>
          </a:p>
        </p:txBody>
      </p:sp>
    </p:spTree>
    <p:extLst>
      <p:ext uri="{BB962C8B-B14F-4D97-AF65-F5344CB8AC3E}">
        <p14:creationId xmlns:p14="http://schemas.microsoft.com/office/powerpoint/2010/main" val="380869659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972A5DB-9DE9-3FFD-A0DF-5A71C8FC706F}"/>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s-ES"/>
          </a:p>
        </p:txBody>
      </p:sp>
      <p:sp>
        <p:nvSpPr>
          <p:cNvPr id="3" name="Vertical Text Placeholder 2">
            <a:extLst>
              <a:ext uri="{FF2B5EF4-FFF2-40B4-BE49-F238E27FC236}">
                <a16:creationId xmlns:a16="http://schemas.microsoft.com/office/drawing/2014/main" id="{47EF3F5D-4E93-28A2-25AE-36CFB6ADC5B8}"/>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s-ES"/>
          </a:p>
        </p:txBody>
      </p:sp>
      <p:sp>
        <p:nvSpPr>
          <p:cNvPr id="4" name="Date Placeholder 3">
            <a:extLst>
              <a:ext uri="{FF2B5EF4-FFF2-40B4-BE49-F238E27FC236}">
                <a16:creationId xmlns:a16="http://schemas.microsoft.com/office/drawing/2014/main" id="{9835C782-2335-5E17-F94B-5D8692E59C66}"/>
              </a:ext>
            </a:extLst>
          </p:cNvPr>
          <p:cNvSpPr>
            <a:spLocks noGrp="1"/>
          </p:cNvSpPr>
          <p:nvPr>
            <p:ph type="dt" sz="half" idx="10"/>
          </p:nvPr>
        </p:nvSpPr>
        <p:spPr/>
        <p:txBody>
          <a:bodyPr/>
          <a:lstStyle/>
          <a:p>
            <a:fld id="{1A0A1FA0-D0E1-4EE2-B617-34C1EB246A60}" type="datetimeFigureOut">
              <a:rPr lang="es-ES" smtClean="0"/>
              <a:t>12/10/2026</a:t>
            </a:fld>
            <a:endParaRPr lang="es-ES"/>
          </a:p>
        </p:txBody>
      </p:sp>
      <p:sp>
        <p:nvSpPr>
          <p:cNvPr id="5" name="Footer Placeholder 4">
            <a:extLst>
              <a:ext uri="{FF2B5EF4-FFF2-40B4-BE49-F238E27FC236}">
                <a16:creationId xmlns:a16="http://schemas.microsoft.com/office/drawing/2014/main" id="{CC4574D5-1250-CA20-2EB0-8BBA18B4C19A}"/>
              </a:ext>
            </a:extLst>
          </p:cNvPr>
          <p:cNvSpPr>
            <a:spLocks noGrp="1"/>
          </p:cNvSpPr>
          <p:nvPr>
            <p:ph type="ftr" sz="quarter" idx="11"/>
          </p:nvPr>
        </p:nvSpPr>
        <p:spPr/>
        <p:txBody>
          <a:bodyPr/>
          <a:lstStyle/>
          <a:p>
            <a:endParaRPr lang="es-ES"/>
          </a:p>
        </p:txBody>
      </p:sp>
      <p:sp>
        <p:nvSpPr>
          <p:cNvPr id="6" name="Slide Number Placeholder 5">
            <a:extLst>
              <a:ext uri="{FF2B5EF4-FFF2-40B4-BE49-F238E27FC236}">
                <a16:creationId xmlns:a16="http://schemas.microsoft.com/office/drawing/2014/main" id="{D52D2BBC-9D10-DC86-AB54-FD288901A8C8}"/>
              </a:ext>
            </a:extLst>
          </p:cNvPr>
          <p:cNvSpPr>
            <a:spLocks noGrp="1"/>
          </p:cNvSpPr>
          <p:nvPr>
            <p:ph type="sldNum" sz="quarter" idx="12"/>
          </p:nvPr>
        </p:nvSpPr>
        <p:spPr/>
        <p:txBody>
          <a:bodyPr/>
          <a:lstStyle/>
          <a:p>
            <a:fld id="{9844D2E7-4CB7-4341-94AE-69D1AC3A5144}" type="slidenum">
              <a:rPr lang="es-ES" smtClean="0"/>
              <a:t>‹#›</a:t>
            </a:fld>
            <a:endParaRPr lang="es-ES"/>
          </a:p>
        </p:txBody>
      </p:sp>
    </p:spTree>
    <p:extLst>
      <p:ext uri="{BB962C8B-B14F-4D97-AF65-F5344CB8AC3E}">
        <p14:creationId xmlns:p14="http://schemas.microsoft.com/office/powerpoint/2010/main" val="407912242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887F070-F0E2-3261-AE15-B6AA58294FC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s-ES"/>
          </a:p>
        </p:txBody>
      </p:sp>
      <p:sp>
        <p:nvSpPr>
          <p:cNvPr id="3" name="Text Placeholder 2">
            <a:extLst>
              <a:ext uri="{FF2B5EF4-FFF2-40B4-BE49-F238E27FC236}">
                <a16:creationId xmlns:a16="http://schemas.microsoft.com/office/drawing/2014/main" id="{0D83F3D6-E167-5EF9-6C2A-307670D4852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s-ES"/>
          </a:p>
        </p:txBody>
      </p:sp>
      <p:sp>
        <p:nvSpPr>
          <p:cNvPr id="4" name="Date Placeholder 3">
            <a:extLst>
              <a:ext uri="{FF2B5EF4-FFF2-40B4-BE49-F238E27FC236}">
                <a16:creationId xmlns:a16="http://schemas.microsoft.com/office/drawing/2014/main" id="{B85E552D-ACCC-C5A9-1339-8DE72F2E7DA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1A0A1FA0-D0E1-4EE2-B617-34C1EB246A60}" type="datetimeFigureOut">
              <a:rPr lang="es-ES" smtClean="0"/>
              <a:t>12/10/2026</a:t>
            </a:fld>
            <a:endParaRPr lang="es-ES"/>
          </a:p>
        </p:txBody>
      </p:sp>
      <p:sp>
        <p:nvSpPr>
          <p:cNvPr id="5" name="Footer Placeholder 4">
            <a:extLst>
              <a:ext uri="{FF2B5EF4-FFF2-40B4-BE49-F238E27FC236}">
                <a16:creationId xmlns:a16="http://schemas.microsoft.com/office/drawing/2014/main" id="{BC4F0D8D-F2CE-F4E5-7B5E-F06DB781C03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s-ES"/>
          </a:p>
        </p:txBody>
      </p:sp>
      <p:sp>
        <p:nvSpPr>
          <p:cNvPr id="6" name="Slide Number Placeholder 5">
            <a:extLst>
              <a:ext uri="{FF2B5EF4-FFF2-40B4-BE49-F238E27FC236}">
                <a16:creationId xmlns:a16="http://schemas.microsoft.com/office/drawing/2014/main" id="{0A2F3F3B-E177-0E6E-98DE-A2371FB9C53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9844D2E7-4CB7-4341-94AE-69D1AC3A5144}" type="slidenum">
              <a:rPr lang="es-ES" smtClean="0"/>
              <a:t>‹#›</a:t>
            </a:fld>
            <a:endParaRPr lang="es-ES"/>
          </a:p>
        </p:txBody>
      </p:sp>
    </p:spTree>
    <p:extLst>
      <p:ext uri="{BB962C8B-B14F-4D97-AF65-F5344CB8AC3E}">
        <p14:creationId xmlns:p14="http://schemas.microsoft.com/office/powerpoint/2010/main" val="321390515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7C2D12"/>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BC5D66F-E76D-F29B-0F82-EEC250A2FB8B}"/>
              </a:ext>
            </a:extLst>
          </p:cNvPr>
          <p:cNvSpPr txBox="1"/>
          <p:nvPr/>
        </p:nvSpPr>
        <p:spPr>
          <a:xfrm>
            <a:off x="812800" y="1524000"/>
            <a:ext cx="8890000" cy="369332"/>
          </a:xfrm>
          <a:prstGeom prst="rect">
            <a:avLst/>
          </a:prstGeom>
          <a:noFill/>
        </p:spPr>
        <p:txBody>
          <a:bodyPr vert="horz" wrap="square" lIns="0" tIns="0" rIns="0" bIns="0" rtlCol="0">
            <a:noAutofit/>
          </a:bodyPr>
          <a:lstStyle/>
          <a:p>
            <a:r>
              <a:rPr lang="es-ES" sz="1400" b="1">
                <a:solidFill>
                  <a:srgbClr val="FDBA74"/>
                </a:solidFill>
                <a:latin typeface="Calibri" panose="020F0502020204030204" pitchFamily="34" charset="0"/>
              </a:rPr>
              <a:t>TECNOLOGÍA WEB II · LABORATORIO 5</a:t>
            </a:r>
          </a:p>
        </p:txBody>
      </p:sp>
      <p:sp>
        <p:nvSpPr>
          <p:cNvPr id="3" name="TextBox 2">
            <a:extLst>
              <a:ext uri="{FF2B5EF4-FFF2-40B4-BE49-F238E27FC236}">
                <a16:creationId xmlns:a16="http://schemas.microsoft.com/office/drawing/2014/main" id="{7B8DC6B6-ACEF-22E7-7917-495B163DDD45}"/>
              </a:ext>
            </a:extLst>
          </p:cNvPr>
          <p:cNvSpPr txBox="1"/>
          <p:nvPr/>
        </p:nvSpPr>
        <p:spPr>
          <a:xfrm>
            <a:off x="812800" y="1930400"/>
            <a:ext cx="10541000" cy="369332"/>
          </a:xfrm>
          <a:prstGeom prst="rect">
            <a:avLst/>
          </a:prstGeom>
          <a:noFill/>
        </p:spPr>
        <p:txBody>
          <a:bodyPr vert="horz" wrap="square" lIns="0" tIns="0" rIns="0" bIns="0" rtlCol="0">
            <a:noAutofit/>
          </a:bodyPr>
          <a:lstStyle/>
          <a:p>
            <a:r>
              <a:rPr lang="es-ES" sz="6000" b="1">
                <a:solidFill>
                  <a:srgbClr val="FFFFFF"/>
                </a:solidFill>
                <a:latin typeface="Calibri" panose="020F0502020204030204" pitchFamily="34" charset="0"/>
              </a:rPr>
              <a:t>Manos del Oriente</a:t>
            </a:r>
          </a:p>
        </p:txBody>
      </p:sp>
      <p:sp>
        <p:nvSpPr>
          <p:cNvPr id="4" name="TextBox 3">
            <a:extLst>
              <a:ext uri="{FF2B5EF4-FFF2-40B4-BE49-F238E27FC236}">
                <a16:creationId xmlns:a16="http://schemas.microsoft.com/office/drawing/2014/main" id="{F07E8DED-212B-D991-7561-1192B0EE40BE}"/>
              </a:ext>
            </a:extLst>
          </p:cNvPr>
          <p:cNvSpPr txBox="1"/>
          <p:nvPr/>
        </p:nvSpPr>
        <p:spPr>
          <a:xfrm>
            <a:off x="812800" y="3048000"/>
            <a:ext cx="8890000" cy="369332"/>
          </a:xfrm>
          <a:prstGeom prst="rect">
            <a:avLst/>
          </a:prstGeom>
          <a:noFill/>
        </p:spPr>
        <p:txBody>
          <a:bodyPr vert="horz" wrap="square" lIns="0" tIns="0" rIns="0" bIns="0" rtlCol="0">
            <a:noAutofit/>
          </a:bodyPr>
          <a:lstStyle/>
          <a:p>
            <a:r>
              <a:rPr lang="es-ES" sz="2200">
                <a:solidFill>
                  <a:srgbClr val="FDE8DC"/>
                </a:solidFill>
                <a:latin typeface="Calibri" panose="020F0502020204030204" pitchFamily="34" charset="0"/>
              </a:rPr>
              <a:t>Tienda virtual de ropa: catálogo en PHP 8.4 con POO, formularios validados y persistencia en JSON</a:t>
            </a:r>
          </a:p>
        </p:txBody>
      </p:sp>
      <p:sp>
        <p:nvSpPr>
          <p:cNvPr id="5" name="TextBox 4">
            <a:extLst>
              <a:ext uri="{FF2B5EF4-FFF2-40B4-BE49-F238E27FC236}">
                <a16:creationId xmlns:a16="http://schemas.microsoft.com/office/drawing/2014/main" id="{D200BBFA-DC20-86A3-F8E5-D35494121853}"/>
              </a:ext>
            </a:extLst>
          </p:cNvPr>
          <p:cNvSpPr txBox="1"/>
          <p:nvPr/>
        </p:nvSpPr>
        <p:spPr>
          <a:xfrm>
            <a:off x="812800" y="5334000"/>
            <a:ext cx="7620000" cy="369332"/>
          </a:xfrm>
          <a:prstGeom prst="rect">
            <a:avLst/>
          </a:prstGeom>
          <a:noFill/>
        </p:spPr>
        <p:txBody>
          <a:bodyPr vert="horz" wrap="square" lIns="0" tIns="0" rIns="0" bIns="0" rtlCol="0">
            <a:noAutofit/>
          </a:bodyPr>
          <a:lstStyle/>
          <a:p>
            <a:r>
              <a:rPr lang="es-ES" sz="1500">
                <a:solidFill>
                  <a:srgbClr val="FDE8DC"/>
                </a:solidFill>
                <a:latin typeface="Calibri" panose="020F0502020204030204" pitchFamily="34" charset="0"/>
              </a:rPr>
              <a:t>[Nombre del estudiante]</a:t>
            </a:r>
          </a:p>
          <a:p>
            <a:r>
              <a:rPr lang="es-ES" sz="1500">
                <a:solidFill>
                  <a:srgbClr val="FDE8DC"/>
                </a:solidFill>
                <a:latin typeface="Calibri" panose="020F0502020204030204" pitchFamily="34" charset="0"/>
              </a:rPr>
              <a:t>[Nombre del docente] · UPDS · Octubre de 2026</a:t>
            </a:r>
          </a:p>
        </p:txBody>
      </p:sp>
      <p:sp>
        <p:nvSpPr>
          <p:cNvPr id="6" name="Oval 5">
            <a:extLst>
              <a:ext uri="{FF2B5EF4-FFF2-40B4-BE49-F238E27FC236}">
                <a16:creationId xmlns:a16="http://schemas.microsoft.com/office/drawing/2014/main" id="{345565B2-D8FA-F171-81FE-3AABAA260571}"/>
              </a:ext>
            </a:extLst>
          </p:cNvPr>
          <p:cNvSpPr/>
          <p:nvPr/>
        </p:nvSpPr>
        <p:spPr>
          <a:xfrm>
            <a:off x="9652000" y="3810000"/>
            <a:ext cx="1905000" cy="1905000"/>
          </a:xfrm>
          <a:prstGeom prst="ellipse">
            <a:avLst/>
          </a:prstGeom>
          <a:solidFill>
            <a:srgbClr val="0F766E"/>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lang="es-ES" sz="3400" b="1">
                <a:solidFill>
                  <a:srgbClr val="FFFFFF"/>
                </a:solidFill>
                <a:latin typeface="Calibri" panose="020F0502020204030204" pitchFamily="34" charset="0"/>
              </a:rPr>
              <a:t>32/32</a:t>
            </a:r>
          </a:p>
        </p:txBody>
      </p:sp>
      <p:sp>
        <p:nvSpPr>
          <p:cNvPr id="7" name="TextBox 6">
            <a:extLst>
              <a:ext uri="{FF2B5EF4-FFF2-40B4-BE49-F238E27FC236}">
                <a16:creationId xmlns:a16="http://schemas.microsoft.com/office/drawing/2014/main" id="{1293CDE6-C687-6C93-36F9-17AA4EA79F4D}"/>
              </a:ext>
            </a:extLst>
          </p:cNvPr>
          <p:cNvSpPr txBox="1"/>
          <p:nvPr/>
        </p:nvSpPr>
        <p:spPr>
          <a:xfrm>
            <a:off x="9652000" y="5816600"/>
            <a:ext cx="1905000" cy="369332"/>
          </a:xfrm>
          <a:prstGeom prst="rect">
            <a:avLst/>
          </a:prstGeom>
          <a:noFill/>
        </p:spPr>
        <p:txBody>
          <a:bodyPr vert="horz" wrap="square" lIns="0" tIns="0" rIns="0" bIns="0" rtlCol="0">
            <a:noAutofit/>
          </a:bodyPr>
          <a:lstStyle/>
          <a:p>
            <a:pPr algn="ctr"/>
            <a:r>
              <a:rPr lang="es-ES" sz="1400">
                <a:solidFill>
                  <a:srgbClr val="FDE8DC"/>
                </a:solidFill>
                <a:latin typeface="Calibri" panose="020F0502020204030204" pitchFamily="34" charset="0"/>
              </a:rPr>
              <a:t>pruebas en verde</a:t>
            </a:r>
          </a:p>
        </p:txBody>
      </p:sp>
    </p:spTree>
    <p:extLst>
      <p:ext uri="{BB962C8B-B14F-4D97-AF65-F5344CB8AC3E}">
        <p14:creationId xmlns:p14="http://schemas.microsoft.com/office/powerpoint/2010/main" val="318281876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AFAF9"/>
        </a:solidFill>
        <a:effectLst/>
      </p:bgPr>
    </p:bg>
    <p:spTree>
      <p:nvGrpSpPr>
        <p:cNvPr id="1" name=""/>
        <p:cNvGrpSpPr/>
        <p:nvPr/>
      </p:nvGrpSpPr>
      <p:grpSpPr>
        <a:xfrm>
          <a:off x="0" y="0"/>
          <a:ext cx="0" cy="0"/>
          <a:chOff x="0" y="0"/>
          <a:chExt cx="0" cy="0"/>
        </a:xfrm>
      </p:grpSpPr>
      <p:sp>
        <p:nvSpPr>
          <p:cNvPr id="2" name="Título">
            <a:extLst>
              <a:ext uri="{FF2B5EF4-FFF2-40B4-BE49-F238E27FC236}">
                <a16:creationId xmlns:a16="http://schemas.microsoft.com/office/drawing/2014/main" id="{21E78E28-0595-7C68-3B9C-448AD556F274}"/>
              </a:ext>
            </a:extLst>
          </p:cNvPr>
          <p:cNvSpPr txBox="1"/>
          <p:nvPr/>
        </p:nvSpPr>
        <p:spPr>
          <a:xfrm>
            <a:off x="609600" y="431800"/>
            <a:ext cx="10972800" cy="369332"/>
          </a:xfrm>
          <a:prstGeom prst="rect">
            <a:avLst/>
          </a:prstGeom>
          <a:noFill/>
        </p:spPr>
        <p:txBody>
          <a:bodyPr vert="horz" wrap="square" lIns="0" tIns="0" rIns="0" bIns="0" rtlCol="0">
            <a:noAutofit/>
          </a:bodyPr>
          <a:lstStyle/>
          <a:p>
            <a:r>
              <a:rPr lang="es-ES" sz="3400" b="1">
                <a:solidFill>
                  <a:srgbClr val="1C1917"/>
                </a:solidFill>
                <a:latin typeface="Calibri" panose="020F0502020204030204" pitchFamily="34" charset="0"/>
              </a:rPr>
              <a:t>El caso: una asociación que vende por WhatsApp</a:t>
            </a:r>
          </a:p>
        </p:txBody>
      </p:sp>
      <p:sp>
        <p:nvSpPr>
          <p:cNvPr id="3" name="TextBox 2">
            <a:extLst>
              <a:ext uri="{FF2B5EF4-FFF2-40B4-BE49-F238E27FC236}">
                <a16:creationId xmlns:a16="http://schemas.microsoft.com/office/drawing/2014/main" id="{20288A3B-1AFE-075B-04EC-BF8FF4957EC7}"/>
              </a:ext>
            </a:extLst>
          </p:cNvPr>
          <p:cNvSpPr txBox="1"/>
          <p:nvPr/>
        </p:nvSpPr>
        <p:spPr>
          <a:xfrm>
            <a:off x="609600" y="1117600"/>
            <a:ext cx="10972800" cy="369332"/>
          </a:xfrm>
          <a:prstGeom prst="rect">
            <a:avLst/>
          </a:prstGeom>
          <a:noFill/>
        </p:spPr>
        <p:txBody>
          <a:bodyPr vert="horz" wrap="square" lIns="0" tIns="0" rIns="0" bIns="0" rtlCol="0">
            <a:noAutofit/>
          </a:bodyPr>
          <a:lstStyle/>
          <a:p>
            <a:r>
              <a:rPr lang="es-ES" sz="1600">
                <a:solidFill>
                  <a:srgbClr val="57534E"/>
                </a:solidFill>
                <a:latin typeface="Calibri" panose="020F0502020204030204" pitchFamily="34" charset="0"/>
              </a:rPr>
              <a:t>Asociación de Confeccionistas Textiles «Manos del Oriente» (caso verosímil, Chiquitanía, Santa Cruz)</a:t>
            </a:r>
          </a:p>
        </p:txBody>
      </p:sp>
      <p:sp>
        <p:nvSpPr>
          <p:cNvPr id="4" name="Rectangle: Rounded Corners 3">
            <a:extLst>
              <a:ext uri="{FF2B5EF4-FFF2-40B4-BE49-F238E27FC236}">
                <a16:creationId xmlns:a16="http://schemas.microsoft.com/office/drawing/2014/main" id="{FCD5F1BE-13FE-07F1-5AD2-93DCD28E977C}"/>
              </a:ext>
            </a:extLst>
          </p:cNvPr>
          <p:cNvSpPr/>
          <p:nvPr/>
        </p:nvSpPr>
        <p:spPr>
          <a:xfrm>
            <a:off x="609600" y="1778000"/>
            <a:ext cx="3479800" cy="2794000"/>
          </a:xfrm>
          <a:prstGeom prst="roundRect">
            <a:avLst>
              <a:gd name="adj" fmla="val 8000"/>
            </a:avLst>
          </a:prstGeom>
          <a:solidFill>
            <a:srgbClr val="FFFFFF"/>
          </a:solidFill>
          <a:ln w="12700">
            <a:solidFill>
              <a:srgbClr val="E7E5E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5" name="Oval 4">
            <a:extLst>
              <a:ext uri="{FF2B5EF4-FFF2-40B4-BE49-F238E27FC236}">
                <a16:creationId xmlns:a16="http://schemas.microsoft.com/office/drawing/2014/main" id="{8F53AB94-39DB-A571-C012-119DED7E96D6}"/>
              </a:ext>
            </a:extLst>
          </p:cNvPr>
          <p:cNvSpPr/>
          <p:nvPr/>
        </p:nvSpPr>
        <p:spPr>
          <a:xfrm>
            <a:off x="838200" y="2006600"/>
            <a:ext cx="508000" cy="508000"/>
          </a:xfrm>
          <a:prstGeom prst="ellipse">
            <a:avLst/>
          </a:prstGeom>
          <a:solidFill>
            <a:srgbClr val="7C2D12"/>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lang="es-ES" b="1">
                <a:solidFill>
                  <a:srgbClr val="FFFFFF"/>
                </a:solidFill>
                <a:latin typeface="Calibri" panose="020F0502020204030204" pitchFamily="34" charset="0"/>
              </a:rPr>
              <a:t>1</a:t>
            </a:r>
          </a:p>
        </p:txBody>
      </p:sp>
      <p:sp>
        <p:nvSpPr>
          <p:cNvPr id="6" name="TextBox 5">
            <a:extLst>
              <a:ext uri="{FF2B5EF4-FFF2-40B4-BE49-F238E27FC236}">
                <a16:creationId xmlns:a16="http://schemas.microsoft.com/office/drawing/2014/main" id="{84C1EE8E-757C-A61F-59B8-328D180D94EE}"/>
              </a:ext>
            </a:extLst>
          </p:cNvPr>
          <p:cNvSpPr txBox="1"/>
          <p:nvPr/>
        </p:nvSpPr>
        <p:spPr>
          <a:xfrm>
            <a:off x="1498600" y="2006600"/>
            <a:ext cx="2362200" cy="369332"/>
          </a:xfrm>
          <a:prstGeom prst="rect">
            <a:avLst/>
          </a:prstGeom>
          <a:noFill/>
        </p:spPr>
        <p:txBody>
          <a:bodyPr vert="horz" wrap="square" lIns="0" tIns="0" rIns="0" bIns="0" rtlCol="0">
            <a:noAutofit/>
          </a:bodyPr>
          <a:lstStyle/>
          <a:p>
            <a:r>
              <a:rPr lang="es-ES" sz="1700" b="1">
                <a:solidFill>
                  <a:srgbClr val="1C1917"/>
                </a:solidFill>
                <a:latin typeface="Calibri" panose="020F0502020204030204" pitchFamily="34" charset="0"/>
              </a:rPr>
              <a:t>Precios desactualizados</a:t>
            </a:r>
          </a:p>
        </p:txBody>
      </p:sp>
      <p:sp>
        <p:nvSpPr>
          <p:cNvPr id="7" name="TextBox 6">
            <a:extLst>
              <a:ext uri="{FF2B5EF4-FFF2-40B4-BE49-F238E27FC236}">
                <a16:creationId xmlns:a16="http://schemas.microsoft.com/office/drawing/2014/main" id="{AA186322-F83B-3E3B-660A-E7ED73DA83D0}"/>
              </a:ext>
            </a:extLst>
          </p:cNvPr>
          <p:cNvSpPr txBox="1"/>
          <p:nvPr/>
        </p:nvSpPr>
        <p:spPr>
          <a:xfrm>
            <a:off x="838200" y="2717800"/>
            <a:ext cx="3022600" cy="369332"/>
          </a:xfrm>
          <a:prstGeom prst="rect">
            <a:avLst/>
          </a:prstGeom>
          <a:noFill/>
        </p:spPr>
        <p:txBody>
          <a:bodyPr vert="horz" wrap="square" lIns="0" tIns="0" rIns="0" bIns="0" rtlCol="0">
            <a:noAutofit/>
          </a:bodyPr>
          <a:lstStyle/>
          <a:p>
            <a:r>
              <a:rPr lang="es-ES" sz="1700">
                <a:solidFill>
                  <a:srgbClr val="57534E"/>
                </a:solidFill>
                <a:latin typeface="Calibri" panose="020F0502020204030204" pitchFamily="34" charset="0"/>
              </a:rPr>
              <a:t>El inventario vive en cuadernos y las fotos circulan por WhatsApp; cada clienta recibe un precio distinto.</a:t>
            </a:r>
          </a:p>
        </p:txBody>
      </p:sp>
      <p:sp>
        <p:nvSpPr>
          <p:cNvPr id="8" name="Rectangle: Rounded Corners 7">
            <a:extLst>
              <a:ext uri="{FF2B5EF4-FFF2-40B4-BE49-F238E27FC236}">
                <a16:creationId xmlns:a16="http://schemas.microsoft.com/office/drawing/2014/main" id="{8EC44F7B-B95B-FEB7-4154-E33211DB434C}"/>
              </a:ext>
            </a:extLst>
          </p:cNvPr>
          <p:cNvSpPr/>
          <p:nvPr/>
        </p:nvSpPr>
        <p:spPr>
          <a:xfrm>
            <a:off x="4356100" y="1778000"/>
            <a:ext cx="3479800" cy="2794000"/>
          </a:xfrm>
          <a:prstGeom prst="roundRect">
            <a:avLst>
              <a:gd name="adj" fmla="val 8000"/>
            </a:avLst>
          </a:prstGeom>
          <a:solidFill>
            <a:srgbClr val="FFFFFF"/>
          </a:solidFill>
          <a:ln w="12700">
            <a:solidFill>
              <a:srgbClr val="E7E5E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9" name="Oval 8">
            <a:extLst>
              <a:ext uri="{FF2B5EF4-FFF2-40B4-BE49-F238E27FC236}">
                <a16:creationId xmlns:a16="http://schemas.microsoft.com/office/drawing/2014/main" id="{9C672B24-953E-F44C-88A8-FF8F73801D2D}"/>
              </a:ext>
            </a:extLst>
          </p:cNvPr>
          <p:cNvSpPr/>
          <p:nvPr/>
        </p:nvSpPr>
        <p:spPr>
          <a:xfrm>
            <a:off x="4584700" y="2006600"/>
            <a:ext cx="508000" cy="508000"/>
          </a:xfrm>
          <a:prstGeom prst="ellipse">
            <a:avLst/>
          </a:prstGeom>
          <a:solidFill>
            <a:srgbClr val="7C2D12"/>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lang="es-ES" b="1">
                <a:solidFill>
                  <a:srgbClr val="FFFFFF"/>
                </a:solidFill>
                <a:latin typeface="Calibri" panose="020F0502020204030204" pitchFamily="34" charset="0"/>
              </a:rPr>
              <a:t>2</a:t>
            </a:r>
          </a:p>
        </p:txBody>
      </p:sp>
      <p:sp>
        <p:nvSpPr>
          <p:cNvPr id="10" name="TextBox 9">
            <a:extLst>
              <a:ext uri="{FF2B5EF4-FFF2-40B4-BE49-F238E27FC236}">
                <a16:creationId xmlns:a16="http://schemas.microsoft.com/office/drawing/2014/main" id="{D3DDC6E1-8319-A94A-5507-6F36822AE80D}"/>
              </a:ext>
            </a:extLst>
          </p:cNvPr>
          <p:cNvSpPr txBox="1"/>
          <p:nvPr/>
        </p:nvSpPr>
        <p:spPr>
          <a:xfrm>
            <a:off x="5245100" y="2006600"/>
            <a:ext cx="2362200" cy="369332"/>
          </a:xfrm>
          <a:prstGeom prst="rect">
            <a:avLst/>
          </a:prstGeom>
          <a:noFill/>
        </p:spPr>
        <p:txBody>
          <a:bodyPr vert="horz" wrap="square" lIns="0" tIns="0" rIns="0" bIns="0" rtlCol="0">
            <a:noAutofit/>
          </a:bodyPr>
          <a:lstStyle/>
          <a:p>
            <a:r>
              <a:rPr lang="es-ES" sz="1700" b="1">
                <a:solidFill>
                  <a:srgbClr val="1C1917"/>
                </a:solidFill>
                <a:latin typeface="Calibri" panose="020F0502020204030204" pitchFamily="34" charset="0"/>
              </a:rPr>
              <a:t>Ventas de prendas agotadas</a:t>
            </a:r>
          </a:p>
        </p:txBody>
      </p:sp>
      <p:sp>
        <p:nvSpPr>
          <p:cNvPr id="11" name="TextBox 10">
            <a:extLst>
              <a:ext uri="{FF2B5EF4-FFF2-40B4-BE49-F238E27FC236}">
                <a16:creationId xmlns:a16="http://schemas.microsoft.com/office/drawing/2014/main" id="{CD7752B4-A640-4C7A-920E-845AABAF500B}"/>
              </a:ext>
            </a:extLst>
          </p:cNvPr>
          <p:cNvSpPr txBox="1"/>
          <p:nvPr/>
        </p:nvSpPr>
        <p:spPr>
          <a:xfrm>
            <a:off x="4584700" y="2717800"/>
            <a:ext cx="3022600" cy="369332"/>
          </a:xfrm>
          <a:prstGeom prst="rect">
            <a:avLst/>
          </a:prstGeom>
          <a:noFill/>
        </p:spPr>
        <p:txBody>
          <a:bodyPr vert="horz" wrap="square" lIns="0" tIns="0" rIns="0" bIns="0" rtlCol="0">
            <a:noAutofit/>
          </a:bodyPr>
          <a:lstStyle/>
          <a:p>
            <a:r>
              <a:rPr lang="es-ES" sz="1700">
                <a:solidFill>
                  <a:srgbClr val="57534E"/>
                </a:solidFill>
                <a:latin typeface="Calibri" panose="020F0502020204030204" pitchFamily="34" charset="0"/>
              </a:rPr>
              <a:t>No hay forma de saber en el momento qué tallas quedan en stock.</a:t>
            </a:r>
          </a:p>
        </p:txBody>
      </p:sp>
      <p:sp>
        <p:nvSpPr>
          <p:cNvPr id="12" name="Rectangle: Rounded Corners 11">
            <a:extLst>
              <a:ext uri="{FF2B5EF4-FFF2-40B4-BE49-F238E27FC236}">
                <a16:creationId xmlns:a16="http://schemas.microsoft.com/office/drawing/2014/main" id="{D88DB062-3F4B-CEE3-6352-ACD48C04EDE4}"/>
              </a:ext>
            </a:extLst>
          </p:cNvPr>
          <p:cNvSpPr/>
          <p:nvPr/>
        </p:nvSpPr>
        <p:spPr>
          <a:xfrm>
            <a:off x="8102600" y="1778000"/>
            <a:ext cx="3479800" cy="2794000"/>
          </a:xfrm>
          <a:prstGeom prst="roundRect">
            <a:avLst>
              <a:gd name="adj" fmla="val 8000"/>
            </a:avLst>
          </a:prstGeom>
          <a:solidFill>
            <a:srgbClr val="FFFFFF"/>
          </a:solidFill>
          <a:ln w="12700">
            <a:solidFill>
              <a:srgbClr val="E7E5E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3" name="Oval 12">
            <a:extLst>
              <a:ext uri="{FF2B5EF4-FFF2-40B4-BE49-F238E27FC236}">
                <a16:creationId xmlns:a16="http://schemas.microsoft.com/office/drawing/2014/main" id="{454BB111-B462-6C8A-918A-43A03671EA61}"/>
              </a:ext>
            </a:extLst>
          </p:cNvPr>
          <p:cNvSpPr/>
          <p:nvPr/>
        </p:nvSpPr>
        <p:spPr>
          <a:xfrm>
            <a:off x="8331200" y="2006600"/>
            <a:ext cx="508000" cy="508000"/>
          </a:xfrm>
          <a:prstGeom prst="ellipse">
            <a:avLst/>
          </a:prstGeom>
          <a:solidFill>
            <a:srgbClr val="7C2D12"/>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lang="es-ES" b="1">
                <a:solidFill>
                  <a:srgbClr val="FFFFFF"/>
                </a:solidFill>
                <a:latin typeface="Calibri" panose="020F0502020204030204" pitchFamily="34" charset="0"/>
              </a:rPr>
              <a:t>3</a:t>
            </a:r>
          </a:p>
        </p:txBody>
      </p:sp>
      <p:sp>
        <p:nvSpPr>
          <p:cNvPr id="14" name="TextBox 13">
            <a:extLst>
              <a:ext uri="{FF2B5EF4-FFF2-40B4-BE49-F238E27FC236}">
                <a16:creationId xmlns:a16="http://schemas.microsoft.com/office/drawing/2014/main" id="{65740D78-0A13-A382-9F53-C623FE06BFC6}"/>
              </a:ext>
            </a:extLst>
          </p:cNvPr>
          <p:cNvSpPr txBox="1"/>
          <p:nvPr/>
        </p:nvSpPr>
        <p:spPr>
          <a:xfrm>
            <a:off x="8991600" y="2006600"/>
            <a:ext cx="2362200" cy="369332"/>
          </a:xfrm>
          <a:prstGeom prst="rect">
            <a:avLst/>
          </a:prstGeom>
          <a:noFill/>
        </p:spPr>
        <p:txBody>
          <a:bodyPr vert="horz" wrap="square" lIns="0" tIns="0" rIns="0" bIns="0" rtlCol="0">
            <a:noAutofit/>
          </a:bodyPr>
          <a:lstStyle/>
          <a:p>
            <a:r>
              <a:rPr lang="es-ES" sz="1700" b="1">
                <a:solidFill>
                  <a:srgbClr val="1C1917"/>
                </a:solidFill>
                <a:latin typeface="Calibri" panose="020F0502020204030204" pitchFamily="34" charset="0"/>
              </a:rPr>
              <a:t>Valor del inventario desconocido</a:t>
            </a:r>
          </a:p>
        </p:txBody>
      </p:sp>
      <p:sp>
        <p:nvSpPr>
          <p:cNvPr id="15" name="TextBox 14">
            <a:extLst>
              <a:ext uri="{FF2B5EF4-FFF2-40B4-BE49-F238E27FC236}">
                <a16:creationId xmlns:a16="http://schemas.microsoft.com/office/drawing/2014/main" id="{53C4F2FC-B762-7E0A-D156-51946F2E694E}"/>
              </a:ext>
            </a:extLst>
          </p:cNvPr>
          <p:cNvSpPr txBox="1"/>
          <p:nvPr/>
        </p:nvSpPr>
        <p:spPr>
          <a:xfrm>
            <a:off x="8331200" y="2717800"/>
            <a:ext cx="3022600" cy="369332"/>
          </a:xfrm>
          <a:prstGeom prst="rect">
            <a:avLst/>
          </a:prstGeom>
          <a:noFill/>
        </p:spPr>
        <p:txBody>
          <a:bodyPr vert="horz" wrap="square" lIns="0" tIns="0" rIns="0" bIns="0" rtlCol="0">
            <a:noAutofit/>
          </a:bodyPr>
          <a:lstStyle/>
          <a:p>
            <a:r>
              <a:rPr lang="es-ES" sz="1700">
                <a:solidFill>
                  <a:srgbClr val="57534E"/>
                </a:solidFill>
                <a:latin typeface="Calibri" panose="020F0502020204030204" pitchFamily="34" charset="0"/>
              </a:rPr>
              <a:t>La directiva no sabe cuánto dinero tiene invertido en prendas terminadas.</a:t>
            </a:r>
          </a:p>
        </p:txBody>
      </p:sp>
      <p:sp>
        <p:nvSpPr>
          <p:cNvPr id="16" name="Rectangle: Rounded Corners 15">
            <a:extLst>
              <a:ext uri="{FF2B5EF4-FFF2-40B4-BE49-F238E27FC236}">
                <a16:creationId xmlns:a16="http://schemas.microsoft.com/office/drawing/2014/main" id="{E5130D17-816A-FD3A-28B3-9A2E35A2894B}"/>
              </a:ext>
            </a:extLst>
          </p:cNvPr>
          <p:cNvSpPr/>
          <p:nvPr/>
        </p:nvSpPr>
        <p:spPr>
          <a:xfrm>
            <a:off x="609600" y="4978400"/>
            <a:ext cx="10972800" cy="1219200"/>
          </a:xfrm>
          <a:prstGeom prst="roundRect">
            <a:avLst>
              <a:gd name="adj" fmla="val 8000"/>
            </a:avLst>
          </a:prstGeom>
          <a:solidFill>
            <a:srgbClr val="FDE8D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7" name="TextBox 16">
            <a:extLst>
              <a:ext uri="{FF2B5EF4-FFF2-40B4-BE49-F238E27FC236}">
                <a16:creationId xmlns:a16="http://schemas.microsoft.com/office/drawing/2014/main" id="{CB77F7BF-EB7E-9618-A867-5BA0570F3EC0}"/>
              </a:ext>
            </a:extLst>
          </p:cNvPr>
          <p:cNvSpPr txBox="1"/>
          <p:nvPr/>
        </p:nvSpPr>
        <p:spPr>
          <a:xfrm>
            <a:off x="914400" y="5181600"/>
            <a:ext cx="3810000" cy="369332"/>
          </a:xfrm>
          <a:prstGeom prst="rect">
            <a:avLst/>
          </a:prstGeom>
          <a:noFill/>
        </p:spPr>
        <p:txBody>
          <a:bodyPr vert="horz" wrap="square" lIns="0" tIns="0" rIns="0" bIns="0" rtlCol="0">
            <a:noAutofit/>
          </a:bodyPr>
          <a:lstStyle/>
          <a:p>
            <a:r>
              <a:rPr lang="es-ES" sz="1600" b="1">
                <a:solidFill>
                  <a:srgbClr val="7C2D12"/>
                </a:solidFill>
                <a:latin typeface="Calibri" panose="020F0502020204030204" pitchFamily="34" charset="0"/>
              </a:rPr>
              <a:t>Objetivo del laboratorio</a:t>
            </a:r>
          </a:p>
        </p:txBody>
      </p:sp>
      <p:sp>
        <p:nvSpPr>
          <p:cNvPr id="18" name="TextBox 17">
            <a:extLst>
              <a:ext uri="{FF2B5EF4-FFF2-40B4-BE49-F238E27FC236}">
                <a16:creationId xmlns:a16="http://schemas.microsoft.com/office/drawing/2014/main" id="{7F997544-3E8F-37C5-B71D-17C9AF7E49B4}"/>
              </a:ext>
            </a:extLst>
          </p:cNvPr>
          <p:cNvSpPr txBox="1"/>
          <p:nvPr/>
        </p:nvSpPr>
        <p:spPr>
          <a:xfrm>
            <a:off x="914400" y="5511800"/>
            <a:ext cx="10363200" cy="369332"/>
          </a:xfrm>
          <a:prstGeom prst="rect">
            <a:avLst/>
          </a:prstGeom>
          <a:noFill/>
        </p:spPr>
        <p:txBody>
          <a:bodyPr vert="horz" wrap="square" lIns="0" tIns="0" rIns="0" bIns="0" rtlCol="0">
            <a:noAutofit/>
          </a:bodyPr>
          <a:lstStyle/>
          <a:p>
            <a:r>
              <a:rPr lang="es-ES" sz="1600">
                <a:solidFill>
                  <a:srgbClr val="1C1917"/>
                </a:solidFill>
                <a:latin typeface="Calibri" panose="020F0502020204030204" pitchFamily="34" charset="0"/>
              </a:rPr>
              <a:t>Un catálogo web propio, con precios, tallas y stock siempre al día, que sea la base del sistema completo del proyecto final.</a:t>
            </a:r>
          </a:p>
        </p:txBody>
      </p:sp>
    </p:spTree>
    <p:extLst>
      <p:ext uri="{BB962C8B-B14F-4D97-AF65-F5344CB8AC3E}">
        <p14:creationId xmlns:p14="http://schemas.microsoft.com/office/powerpoint/2010/main" val="21203869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AFAF9"/>
        </a:solidFill>
        <a:effectLst/>
      </p:bgPr>
    </p:bg>
    <p:spTree>
      <p:nvGrpSpPr>
        <p:cNvPr id="1" name=""/>
        <p:cNvGrpSpPr/>
        <p:nvPr/>
      </p:nvGrpSpPr>
      <p:grpSpPr>
        <a:xfrm>
          <a:off x="0" y="0"/>
          <a:ext cx="0" cy="0"/>
          <a:chOff x="0" y="0"/>
          <a:chExt cx="0" cy="0"/>
        </a:xfrm>
      </p:grpSpPr>
      <p:sp>
        <p:nvSpPr>
          <p:cNvPr id="2" name="Título">
            <a:extLst>
              <a:ext uri="{FF2B5EF4-FFF2-40B4-BE49-F238E27FC236}">
                <a16:creationId xmlns:a16="http://schemas.microsoft.com/office/drawing/2014/main" id="{5C8C0626-8D61-7E34-4DA6-F3ED72196A99}"/>
              </a:ext>
            </a:extLst>
          </p:cNvPr>
          <p:cNvSpPr txBox="1"/>
          <p:nvPr/>
        </p:nvSpPr>
        <p:spPr>
          <a:xfrm>
            <a:off x="609600" y="431800"/>
            <a:ext cx="10972800" cy="369332"/>
          </a:xfrm>
          <a:prstGeom prst="rect">
            <a:avLst/>
          </a:prstGeom>
          <a:noFill/>
        </p:spPr>
        <p:txBody>
          <a:bodyPr vert="horz" wrap="square" lIns="0" tIns="0" rIns="0" bIns="0" rtlCol="0">
            <a:noAutofit/>
          </a:bodyPr>
          <a:lstStyle/>
          <a:p>
            <a:r>
              <a:rPr lang="es-ES" sz="3400" b="1">
                <a:solidFill>
                  <a:srgbClr val="1C1917"/>
                </a:solidFill>
                <a:latin typeface="Calibri" panose="020F0502020204030204" pitchFamily="34" charset="0"/>
              </a:rPr>
              <a:t>Qué construimos</a:t>
            </a:r>
          </a:p>
        </p:txBody>
      </p:sp>
      <p:sp>
        <p:nvSpPr>
          <p:cNvPr id="3" name="Oval 2">
            <a:extLst>
              <a:ext uri="{FF2B5EF4-FFF2-40B4-BE49-F238E27FC236}">
                <a16:creationId xmlns:a16="http://schemas.microsoft.com/office/drawing/2014/main" id="{545B6B99-FCAE-654B-F2B5-61C1C48685BA}"/>
              </a:ext>
            </a:extLst>
          </p:cNvPr>
          <p:cNvSpPr/>
          <p:nvPr/>
        </p:nvSpPr>
        <p:spPr>
          <a:xfrm>
            <a:off x="609600" y="1346200"/>
            <a:ext cx="177800" cy="177800"/>
          </a:xfrm>
          <a:prstGeom prst="ellipse">
            <a:avLst/>
          </a:prstGeom>
          <a:solidFill>
            <a:srgbClr val="0F766E"/>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endParaRPr lang="es-ES" b="1">
              <a:solidFill>
                <a:srgbClr val="FFFFFF"/>
              </a:solidFill>
              <a:latin typeface="Calibri" panose="020F0502020204030204" pitchFamily="34" charset="0"/>
            </a:endParaRPr>
          </a:p>
        </p:txBody>
      </p:sp>
      <p:sp>
        <p:nvSpPr>
          <p:cNvPr id="4" name="TextBox 3">
            <a:extLst>
              <a:ext uri="{FF2B5EF4-FFF2-40B4-BE49-F238E27FC236}">
                <a16:creationId xmlns:a16="http://schemas.microsoft.com/office/drawing/2014/main" id="{639EBA6C-C4E6-7A0A-339A-AF930AA1E4BA}"/>
              </a:ext>
            </a:extLst>
          </p:cNvPr>
          <p:cNvSpPr txBox="1"/>
          <p:nvPr/>
        </p:nvSpPr>
        <p:spPr>
          <a:xfrm>
            <a:off x="939800" y="1320800"/>
            <a:ext cx="4826000" cy="369332"/>
          </a:xfrm>
          <a:prstGeom prst="rect">
            <a:avLst/>
          </a:prstGeom>
          <a:noFill/>
        </p:spPr>
        <p:txBody>
          <a:bodyPr vert="horz" wrap="square" lIns="0" tIns="0" rIns="0" bIns="0" rtlCol="0">
            <a:noAutofit/>
          </a:bodyPr>
          <a:lstStyle/>
          <a:p>
            <a:r>
              <a:rPr lang="es-ES" sz="2000" b="1">
                <a:solidFill>
                  <a:srgbClr val="1C1917"/>
                </a:solidFill>
                <a:latin typeface="Calibri" panose="020F0502020204030204" pitchFamily="34" charset="0"/>
              </a:rPr>
              <a:t>Vitrina</a:t>
            </a:r>
          </a:p>
        </p:txBody>
      </p:sp>
      <p:sp>
        <p:nvSpPr>
          <p:cNvPr id="5" name="TextBox 4">
            <a:extLst>
              <a:ext uri="{FF2B5EF4-FFF2-40B4-BE49-F238E27FC236}">
                <a16:creationId xmlns:a16="http://schemas.microsoft.com/office/drawing/2014/main" id="{60E0AE02-B15A-1414-CA0E-2368EAF2BFFA}"/>
              </a:ext>
            </a:extLst>
          </p:cNvPr>
          <p:cNvSpPr txBox="1"/>
          <p:nvPr/>
        </p:nvSpPr>
        <p:spPr>
          <a:xfrm>
            <a:off x="939800" y="1651000"/>
            <a:ext cx="4826000" cy="369332"/>
          </a:xfrm>
          <a:prstGeom prst="rect">
            <a:avLst/>
          </a:prstGeom>
          <a:noFill/>
        </p:spPr>
        <p:txBody>
          <a:bodyPr vert="horz" wrap="square" lIns="0" tIns="0" rIns="0" bIns="0" rtlCol="0">
            <a:noAutofit/>
          </a:bodyPr>
          <a:lstStyle/>
          <a:p>
            <a:r>
              <a:rPr lang="es-ES" sz="1600">
                <a:solidFill>
                  <a:srgbClr val="57534E"/>
                </a:solidFill>
                <a:latin typeface="Calibri" panose="020F0502020204030204" pitchFamily="34" charset="0"/>
              </a:rPr>
              <a:t>grilla adaptable con precio en Bs, tallas e insignia de agotado</a:t>
            </a:r>
          </a:p>
        </p:txBody>
      </p:sp>
      <p:sp>
        <p:nvSpPr>
          <p:cNvPr id="6" name="Oval 5">
            <a:extLst>
              <a:ext uri="{FF2B5EF4-FFF2-40B4-BE49-F238E27FC236}">
                <a16:creationId xmlns:a16="http://schemas.microsoft.com/office/drawing/2014/main" id="{A95C1A90-B2BF-622D-758C-FD5FB704CEDA}"/>
              </a:ext>
            </a:extLst>
          </p:cNvPr>
          <p:cNvSpPr/>
          <p:nvPr/>
        </p:nvSpPr>
        <p:spPr>
          <a:xfrm>
            <a:off x="609600" y="2514600"/>
            <a:ext cx="177800" cy="177800"/>
          </a:xfrm>
          <a:prstGeom prst="ellipse">
            <a:avLst/>
          </a:prstGeom>
          <a:solidFill>
            <a:srgbClr val="0F766E"/>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endParaRPr lang="es-ES" b="1">
              <a:solidFill>
                <a:srgbClr val="FFFFFF"/>
              </a:solidFill>
              <a:latin typeface="Calibri" panose="020F0502020204030204" pitchFamily="34" charset="0"/>
            </a:endParaRPr>
          </a:p>
        </p:txBody>
      </p:sp>
      <p:sp>
        <p:nvSpPr>
          <p:cNvPr id="7" name="TextBox 6">
            <a:extLst>
              <a:ext uri="{FF2B5EF4-FFF2-40B4-BE49-F238E27FC236}">
                <a16:creationId xmlns:a16="http://schemas.microsoft.com/office/drawing/2014/main" id="{EE511B36-3E75-D20B-3899-2DF836B73E40}"/>
              </a:ext>
            </a:extLst>
          </p:cNvPr>
          <p:cNvSpPr txBox="1"/>
          <p:nvPr/>
        </p:nvSpPr>
        <p:spPr>
          <a:xfrm>
            <a:off x="939800" y="2489200"/>
            <a:ext cx="4826000" cy="369332"/>
          </a:xfrm>
          <a:prstGeom prst="rect">
            <a:avLst/>
          </a:prstGeom>
          <a:noFill/>
        </p:spPr>
        <p:txBody>
          <a:bodyPr vert="horz" wrap="square" lIns="0" tIns="0" rIns="0" bIns="0" rtlCol="0">
            <a:noAutofit/>
          </a:bodyPr>
          <a:lstStyle/>
          <a:p>
            <a:r>
              <a:rPr lang="es-ES" sz="2000" b="1">
                <a:solidFill>
                  <a:srgbClr val="1C1917"/>
                </a:solidFill>
                <a:latin typeface="Calibri" panose="020F0502020204030204" pitchFamily="34" charset="0"/>
              </a:rPr>
              <a:t>Filtros GET</a:t>
            </a:r>
          </a:p>
        </p:txBody>
      </p:sp>
      <p:sp>
        <p:nvSpPr>
          <p:cNvPr id="8" name="TextBox 7">
            <a:extLst>
              <a:ext uri="{FF2B5EF4-FFF2-40B4-BE49-F238E27FC236}">
                <a16:creationId xmlns:a16="http://schemas.microsoft.com/office/drawing/2014/main" id="{98E55D71-C006-95DB-46E4-2685CA9A8412}"/>
              </a:ext>
            </a:extLst>
          </p:cNvPr>
          <p:cNvSpPr txBox="1"/>
          <p:nvPr/>
        </p:nvSpPr>
        <p:spPr>
          <a:xfrm>
            <a:off x="939800" y="2819400"/>
            <a:ext cx="4826000" cy="369332"/>
          </a:xfrm>
          <a:prstGeom prst="rect">
            <a:avLst/>
          </a:prstGeom>
          <a:noFill/>
        </p:spPr>
        <p:txBody>
          <a:bodyPr vert="horz" wrap="square" lIns="0" tIns="0" rIns="0" bIns="0" rtlCol="0">
            <a:noAutofit/>
          </a:bodyPr>
          <a:lstStyle/>
          <a:p>
            <a:r>
              <a:rPr lang="es-ES" sz="1600">
                <a:solidFill>
                  <a:srgbClr val="57534E"/>
                </a:solidFill>
                <a:latin typeface="Calibri" panose="020F0502020204030204" pitchFamily="34" charset="0"/>
              </a:rPr>
              <a:t>texto, categoría, talla, solo con stock y orden por precio</a:t>
            </a:r>
          </a:p>
        </p:txBody>
      </p:sp>
      <p:sp>
        <p:nvSpPr>
          <p:cNvPr id="9" name="Oval 8">
            <a:extLst>
              <a:ext uri="{FF2B5EF4-FFF2-40B4-BE49-F238E27FC236}">
                <a16:creationId xmlns:a16="http://schemas.microsoft.com/office/drawing/2014/main" id="{870F8773-584C-BDA5-5743-47D4F222D0A3}"/>
              </a:ext>
            </a:extLst>
          </p:cNvPr>
          <p:cNvSpPr/>
          <p:nvPr/>
        </p:nvSpPr>
        <p:spPr>
          <a:xfrm>
            <a:off x="609600" y="3683000"/>
            <a:ext cx="177800" cy="177800"/>
          </a:xfrm>
          <a:prstGeom prst="ellipse">
            <a:avLst/>
          </a:prstGeom>
          <a:solidFill>
            <a:srgbClr val="0F766E"/>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endParaRPr lang="es-ES" b="1">
              <a:solidFill>
                <a:srgbClr val="FFFFFF"/>
              </a:solidFill>
              <a:latin typeface="Calibri" panose="020F0502020204030204" pitchFamily="34" charset="0"/>
            </a:endParaRPr>
          </a:p>
        </p:txBody>
      </p:sp>
      <p:sp>
        <p:nvSpPr>
          <p:cNvPr id="10" name="TextBox 9">
            <a:extLst>
              <a:ext uri="{FF2B5EF4-FFF2-40B4-BE49-F238E27FC236}">
                <a16:creationId xmlns:a16="http://schemas.microsoft.com/office/drawing/2014/main" id="{AC869284-BDD9-54A4-1FC4-B47FB78A758D}"/>
              </a:ext>
            </a:extLst>
          </p:cNvPr>
          <p:cNvSpPr txBox="1"/>
          <p:nvPr/>
        </p:nvSpPr>
        <p:spPr>
          <a:xfrm>
            <a:off x="939800" y="3657600"/>
            <a:ext cx="4826000" cy="369332"/>
          </a:xfrm>
          <a:prstGeom prst="rect">
            <a:avLst/>
          </a:prstGeom>
          <a:noFill/>
        </p:spPr>
        <p:txBody>
          <a:bodyPr vert="horz" wrap="square" lIns="0" tIns="0" rIns="0" bIns="0" rtlCol="0">
            <a:noAutofit/>
          </a:bodyPr>
          <a:lstStyle/>
          <a:p>
            <a:r>
              <a:rPr lang="es-ES" sz="2000" b="1">
                <a:solidFill>
                  <a:srgbClr val="1C1917"/>
                </a:solidFill>
                <a:latin typeface="Calibri" panose="020F0502020204030204" pitchFamily="34" charset="0"/>
              </a:rPr>
              <a:t>Ficha</a:t>
            </a:r>
          </a:p>
        </p:txBody>
      </p:sp>
      <p:sp>
        <p:nvSpPr>
          <p:cNvPr id="11" name="TextBox 10">
            <a:extLst>
              <a:ext uri="{FF2B5EF4-FFF2-40B4-BE49-F238E27FC236}">
                <a16:creationId xmlns:a16="http://schemas.microsoft.com/office/drawing/2014/main" id="{2F8305E0-DEE4-E710-1710-7D1A8C36158F}"/>
              </a:ext>
            </a:extLst>
          </p:cNvPr>
          <p:cNvSpPr txBox="1"/>
          <p:nvPr/>
        </p:nvSpPr>
        <p:spPr>
          <a:xfrm>
            <a:off x="939800" y="3987800"/>
            <a:ext cx="4826000" cy="369332"/>
          </a:xfrm>
          <a:prstGeom prst="rect">
            <a:avLst/>
          </a:prstGeom>
          <a:noFill/>
        </p:spPr>
        <p:txBody>
          <a:bodyPr vert="horz" wrap="square" lIns="0" tIns="0" rIns="0" bIns="0" rtlCol="0">
            <a:noAutofit/>
          </a:bodyPr>
          <a:lstStyle/>
          <a:p>
            <a:r>
              <a:rPr lang="es-ES" sz="1600">
                <a:solidFill>
                  <a:srgbClr val="57534E"/>
                </a:solidFill>
                <a:latin typeface="Calibri" panose="020F0502020204030204" pitchFamily="34" charset="0"/>
              </a:rPr>
              <a:t>detalle de cada prenda con su código, color y disponibilidad</a:t>
            </a:r>
          </a:p>
        </p:txBody>
      </p:sp>
      <p:sp>
        <p:nvSpPr>
          <p:cNvPr id="12" name="Oval 11">
            <a:extLst>
              <a:ext uri="{FF2B5EF4-FFF2-40B4-BE49-F238E27FC236}">
                <a16:creationId xmlns:a16="http://schemas.microsoft.com/office/drawing/2014/main" id="{929BA638-2F2D-8576-C530-054306E6B418}"/>
              </a:ext>
            </a:extLst>
          </p:cNvPr>
          <p:cNvSpPr/>
          <p:nvPr/>
        </p:nvSpPr>
        <p:spPr>
          <a:xfrm>
            <a:off x="609600" y="4851400"/>
            <a:ext cx="177800" cy="177800"/>
          </a:xfrm>
          <a:prstGeom prst="ellipse">
            <a:avLst/>
          </a:prstGeom>
          <a:solidFill>
            <a:srgbClr val="0F766E"/>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endParaRPr lang="es-ES" b="1">
              <a:solidFill>
                <a:srgbClr val="FFFFFF"/>
              </a:solidFill>
              <a:latin typeface="Calibri" panose="020F0502020204030204" pitchFamily="34" charset="0"/>
            </a:endParaRPr>
          </a:p>
        </p:txBody>
      </p:sp>
      <p:sp>
        <p:nvSpPr>
          <p:cNvPr id="13" name="TextBox 12">
            <a:extLst>
              <a:ext uri="{FF2B5EF4-FFF2-40B4-BE49-F238E27FC236}">
                <a16:creationId xmlns:a16="http://schemas.microsoft.com/office/drawing/2014/main" id="{AC9C1039-D6D7-875F-7F1F-0BAD86F81EC7}"/>
              </a:ext>
            </a:extLst>
          </p:cNvPr>
          <p:cNvSpPr txBox="1"/>
          <p:nvPr/>
        </p:nvSpPr>
        <p:spPr>
          <a:xfrm>
            <a:off x="939800" y="4826000"/>
            <a:ext cx="4826000" cy="369332"/>
          </a:xfrm>
          <a:prstGeom prst="rect">
            <a:avLst/>
          </a:prstGeom>
          <a:noFill/>
        </p:spPr>
        <p:txBody>
          <a:bodyPr vert="horz" wrap="square" lIns="0" tIns="0" rIns="0" bIns="0" rtlCol="0">
            <a:noAutofit/>
          </a:bodyPr>
          <a:lstStyle/>
          <a:p>
            <a:r>
              <a:rPr lang="es-ES" sz="2000" b="1">
                <a:solidFill>
                  <a:srgbClr val="1C1917"/>
                </a:solidFill>
                <a:latin typeface="Calibri" panose="020F0502020204030204" pitchFamily="34" charset="0"/>
              </a:rPr>
              <a:t>Gestión</a:t>
            </a:r>
          </a:p>
        </p:txBody>
      </p:sp>
      <p:sp>
        <p:nvSpPr>
          <p:cNvPr id="14" name="TextBox 13">
            <a:extLst>
              <a:ext uri="{FF2B5EF4-FFF2-40B4-BE49-F238E27FC236}">
                <a16:creationId xmlns:a16="http://schemas.microsoft.com/office/drawing/2014/main" id="{FBAEC820-F07C-CA89-E041-2469949BC954}"/>
              </a:ext>
            </a:extLst>
          </p:cNvPr>
          <p:cNvSpPr txBox="1"/>
          <p:nvPr/>
        </p:nvSpPr>
        <p:spPr>
          <a:xfrm>
            <a:off x="939800" y="5156200"/>
            <a:ext cx="4826000" cy="369332"/>
          </a:xfrm>
          <a:prstGeom prst="rect">
            <a:avLst/>
          </a:prstGeom>
          <a:noFill/>
        </p:spPr>
        <p:txBody>
          <a:bodyPr vert="horz" wrap="square" lIns="0" tIns="0" rIns="0" bIns="0" rtlCol="0">
            <a:noAutofit/>
          </a:bodyPr>
          <a:lstStyle/>
          <a:p>
            <a:r>
              <a:rPr lang="es-ES" sz="1600">
                <a:solidFill>
                  <a:srgbClr val="57534E"/>
                </a:solidFill>
                <a:latin typeface="Calibri" panose="020F0502020204030204" pitchFamily="34" charset="0"/>
              </a:rPr>
              <a:t>registrar, editar y eliminar, con valor del inventario</a:t>
            </a:r>
          </a:p>
        </p:txBody>
      </p:sp>
      <p:pic>
        <p:nvPicPr>
          <p:cNvPr id="16" name="Picture 15" descr="Captura de la vitrina de la tienda Manos del Oriente con siete prendas">
            <a:extLst>
              <a:ext uri="{FF2B5EF4-FFF2-40B4-BE49-F238E27FC236}">
                <a16:creationId xmlns:a16="http://schemas.microsoft.com/office/drawing/2014/main" id="{8DADDD5F-4141-32C9-3A82-C04721F5432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350000" y="1219200"/>
            <a:ext cx="5232400" cy="5109766"/>
          </a:xfrm>
          <a:prstGeom prst="rect">
            <a:avLst/>
          </a:prstGeom>
          <a:ln w="12700">
            <a:solidFill>
              <a:srgbClr val="E7E5E4"/>
            </a:solidFill>
          </a:ln>
        </p:spPr>
      </p:pic>
    </p:spTree>
    <p:extLst>
      <p:ext uri="{BB962C8B-B14F-4D97-AF65-F5344CB8AC3E}">
        <p14:creationId xmlns:p14="http://schemas.microsoft.com/office/powerpoint/2010/main" val="147550512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AFAF9"/>
        </a:solidFill>
        <a:effectLst/>
      </p:bgPr>
    </p:bg>
    <p:spTree>
      <p:nvGrpSpPr>
        <p:cNvPr id="1" name=""/>
        <p:cNvGrpSpPr/>
        <p:nvPr/>
      </p:nvGrpSpPr>
      <p:grpSpPr>
        <a:xfrm>
          <a:off x="0" y="0"/>
          <a:ext cx="0" cy="0"/>
          <a:chOff x="0" y="0"/>
          <a:chExt cx="0" cy="0"/>
        </a:xfrm>
      </p:grpSpPr>
      <p:sp>
        <p:nvSpPr>
          <p:cNvPr id="2" name="Título">
            <a:extLst>
              <a:ext uri="{FF2B5EF4-FFF2-40B4-BE49-F238E27FC236}">
                <a16:creationId xmlns:a16="http://schemas.microsoft.com/office/drawing/2014/main" id="{26795DF2-1F06-2374-5E4F-FECF78F82759}"/>
              </a:ext>
            </a:extLst>
          </p:cNvPr>
          <p:cNvSpPr txBox="1"/>
          <p:nvPr/>
        </p:nvSpPr>
        <p:spPr>
          <a:xfrm>
            <a:off x="609600" y="431800"/>
            <a:ext cx="10972800" cy="369332"/>
          </a:xfrm>
          <a:prstGeom prst="rect">
            <a:avLst/>
          </a:prstGeom>
          <a:noFill/>
        </p:spPr>
        <p:txBody>
          <a:bodyPr vert="horz" wrap="square" lIns="0" tIns="0" rIns="0" bIns="0" rtlCol="0">
            <a:noAutofit/>
          </a:bodyPr>
          <a:lstStyle/>
          <a:p>
            <a:r>
              <a:rPr lang="es-ES" sz="3400" b="1">
                <a:solidFill>
                  <a:srgbClr val="1C1917"/>
                </a:solidFill>
                <a:latin typeface="Calibri" panose="020F0502020204030204" pitchFamily="34" charset="0"/>
              </a:rPr>
              <a:t>Arquitectura: solo public/ queda expuesta</a:t>
            </a:r>
          </a:p>
        </p:txBody>
      </p:sp>
      <p:sp>
        <p:nvSpPr>
          <p:cNvPr id="3" name="Rectangle: Rounded Corners 2">
            <a:extLst>
              <a:ext uri="{FF2B5EF4-FFF2-40B4-BE49-F238E27FC236}">
                <a16:creationId xmlns:a16="http://schemas.microsoft.com/office/drawing/2014/main" id="{9C1CBCA0-042F-F74B-601D-FD818D41B8B0}"/>
              </a:ext>
            </a:extLst>
          </p:cNvPr>
          <p:cNvSpPr/>
          <p:nvPr/>
        </p:nvSpPr>
        <p:spPr>
          <a:xfrm>
            <a:off x="609600" y="1651000"/>
            <a:ext cx="3175000" cy="812800"/>
          </a:xfrm>
          <a:prstGeom prst="roundRect">
            <a:avLst>
              <a:gd name="adj" fmla="val 8000"/>
            </a:avLst>
          </a:prstGeom>
          <a:solidFill>
            <a:srgbClr val="7C2D12"/>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sz="2400" b="1">
                <a:solidFill>
                  <a:srgbClr val="FFFFFF"/>
                </a:solidFill>
                <a:latin typeface="Consolas" panose="020B0609020204030204" pitchFamily="49" charset="0"/>
              </a:rPr>
              <a:t>public/</a:t>
            </a:r>
          </a:p>
        </p:txBody>
      </p:sp>
      <p:sp>
        <p:nvSpPr>
          <p:cNvPr id="4" name="Rectangle 3">
            <a:extLst>
              <a:ext uri="{FF2B5EF4-FFF2-40B4-BE49-F238E27FC236}">
                <a16:creationId xmlns:a16="http://schemas.microsoft.com/office/drawing/2014/main" id="{20A38267-0A18-519D-A8F3-5A3D970BC596}"/>
              </a:ext>
            </a:extLst>
          </p:cNvPr>
          <p:cNvSpPr/>
          <p:nvPr/>
        </p:nvSpPr>
        <p:spPr>
          <a:xfrm>
            <a:off x="609600" y="2463800"/>
            <a:ext cx="3175000" cy="2159000"/>
          </a:xfrm>
          <a:prstGeom prst="rect">
            <a:avLst/>
          </a:prstGeom>
          <a:solidFill>
            <a:srgbClr val="FFFFFF"/>
          </a:solidFill>
          <a:ln w="12700">
            <a:solidFill>
              <a:srgbClr val="E7E5E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5" name="TextBox 4">
            <a:extLst>
              <a:ext uri="{FF2B5EF4-FFF2-40B4-BE49-F238E27FC236}">
                <a16:creationId xmlns:a16="http://schemas.microsoft.com/office/drawing/2014/main" id="{A2DFCFF8-00FB-0BE1-AA6C-CC42586F9A18}"/>
              </a:ext>
            </a:extLst>
          </p:cNvPr>
          <p:cNvSpPr txBox="1"/>
          <p:nvPr/>
        </p:nvSpPr>
        <p:spPr>
          <a:xfrm>
            <a:off x="838200" y="2692400"/>
            <a:ext cx="2717800" cy="369332"/>
          </a:xfrm>
          <a:prstGeom prst="rect">
            <a:avLst/>
          </a:prstGeom>
          <a:noFill/>
        </p:spPr>
        <p:txBody>
          <a:bodyPr vert="horz" wrap="square" lIns="0" tIns="0" rIns="0" bIns="0" rtlCol="0">
            <a:noAutofit/>
          </a:bodyPr>
          <a:lstStyle/>
          <a:p>
            <a:r>
              <a:rPr lang="es-ES" sz="1600">
                <a:solidFill>
                  <a:srgbClr val="1C1917"/>
                </a:solidFill>
                <a:latin typeface="Calibri" panose="020F0502020204030204" pitchFamily="34" charset="0"/>
              </a:rPr>
              <a:t>Páginas: index, producto, admin, nuevo, editar, eliminar, foto</a:t>
            </a:r>
          </a:p>
        </p:txBody>
      </p:sp>
      <p:sp>
        <p:nvSpPr>
          <p:cNvPr id="6" name="TextBox 5">
            <a:extLst>
              <a:ext uri="{FF2B5EF4-FFF2-40B4-BE49-F238E27FC236}">
                <a16:creationId xmlns:a16="http://schemas.microsoft.com/office/drawing/2014/main" id="{07E832D0-5089-CB14-0277-759D5D1087CA}"/>
              </a:ext>
            </a:extLst>
          </p:cNvPr>
          <p:cNvSpPr txBox="1"/>
          <p:nvPr/>
        </p:nvSpPr>
        <p:spPr>
          <a:xfrm>
            <a:off x="838200" y="4064000"/>
            <a:ext cx="2717800" cy="381000"/>
          </a:xfrm>
          <a:prstGeom prst="rect">
            <a:avLst/>
          </a:prstGeom>
          <a:noFill/>
        </p:spPr>
        <p:txBody>
          <a:bodyPr vert="horz" wrap="square" lIns="0" tIns="0" rIns="0" bIns="0" rtlCol="0">
            <a:noAutofit/>
          </a:bodyPr>
          <a:lstStyle/>
          <a:p>
            <a:r>
              <a:rPr lang="es-ES" sz="1400" b="1">
                <a:solidFill>
                  <a:srgbClr val="7C2D12"/>
                </a:solidFill>
                <a:latin typeface="Calibri" panose="020F0502020204030204" pitchFamily="34" charset="0"/>
              </a:rPr>
              <a:t>Expuesta por el servidor</a:t>
            </a:r>
          </a:p>
        </p:txBody>
      </p:sp>
      <p:sp>
        <p:nvSpPr>
          <p:cNvPr id="7" name="Arrow: Right 6">
            <a:extLst>
              <a:ext uri="{FF2B5EF4-FFF2-40B4-BE49-F238E27FC236}">
                <a16:creationId xmlns:a16="http://schemas.microsoft.com/office/drawing/2014/main" id="{2FCD78E6-BAB2-50BD-EC8C-F4546E58389A}"/>
              </a:ext>
            </a:extLst>
          </p:cNvPr>
          <p:cNvSpPr/>
          <p:nvPr/>
        </p:nvSpPr>
        <p:spPr>
          <a:xfrm>
            <a:off x="3886200" y="3022600"/>
            <a:ext cx="685800" cy="431800"/>
          </a:xfrm>
          <a:prstGeom prst="rightArrow">
            <a:avLst/>
          </a:prstGeom>
          <a:solidFill>
            <a:srgbClr val="E7E5E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8" name="Rectangle: Rounded Corners 7">
            <a:extLst>
              <a:ext uri="{FF2B5EF4-FFF2-40B4-BE49-F238E27FC236}">
                <a16:creationId xmlns:a16="http://schemas.microsoft.com/office/drawing/2014/main" id="{DE3CA271-3F7E-67AE-03FA-A4164ADCC823}"/>
              </a:ext>
            </a:extLst>
          </p:cNvPr>
          <p:cNvSpPr/>
          <p:nvPr/>
        </p:nvSpPr>
        <p:spPr>
          <a:xfrm>
            <a:off x="4508500" y="1651000"/>
            <a:ext cx="3175000" cy="812800"/>
          </a:xfrm>
          <a:prstGeom prst="roundRect">
            <a:avLst>
              <a:gd name="adj" fmla="val 8000"/>
            </a:avLst>
          </a:prstGeom>
          <a:solidFill>
            <a:srgbClr val="9A3412"/>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sz="2400" b="1">
                <a:solidFill>
                  <a:srgbClr val="FFFFFF"/>
                </a:solidFill>
                <a:latin typeface="Consolas" panose="020B0609020204030204" pitchFamily="49" charset="0"/>
              </a:rPr>
              <a:t>src/</a:t>
            </a:r>
          </a:p>
        </p:txBody>
      </p:sp>
      <p:sp>
        <p:nvSpPr>
          <p:cNvPr id="9" name="Rectangle 8">
            <a:extLst>
              <a:ext uri="{FF2B5EF4-FFF2-40B4-BE49-F238E27FC236}">
                <a16:creationId xmlns:a16="http://schemas.microsoft.com/office/drawing/2014/main" id="{B15E19EB-777B-7EE9-C0B7-BE11B5CD851D}"/>
              </a:ext>
            </a:extLst>
          </p:cNvPr>
          <p:cNvSpPr/>
          <p:nvPr/>
        </p:nvSpPr>
        <p:spPr>
          <a:xfrm>
            <a:off x="4508500" y="2463800"/>
            <a:ext cx="3175000" cy="2159000"/>
          </a:xfrm>
          <a:prstGeom prst="rect">
            <a:avLst/>
          </a:prstGeom>
          <a:solidFill>
            <a:srgbClr val="FFFFFF"/>
          </a:solidFill>
          <a:ln w="12700">
            <a:solidFill>
              <a:srgbClr val="E7E5E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0" name="TextBox 9">
            <a:extLst>
              <a:ext uri="{FF2B5EF4-FFF2-40B4-BE49-F238E27FC236}">
                <a16:creationId xmlns:a16="http://schemas.microsoft.com/office/drawing/2014/main" id="{EED02B6C-1F93-7FBC-2C8E-467A057EBD0E}"/>
              </a:ext>
            </a:extLst>
          </p:cNvPr>
          <p:cNvSpPr txBox="1"/>
          <p:nvPr/>
        </p:nvSpPr>
        <p:spPr>
          <a:xfrm>
            <a:off x="4737100" y="2692400"/>
            <a:ext cx="2717800" cy="369332"/>
          </a:xfrm>
          <a:prstGeom prst="rect">
            <a:avLst/>
          </a:prstGeom>
          <a:noFill/>
        </p:spPr>
        <p:txBody>
          <a:bodyPr vert="horz" wrap="square" lIns="0" tIns="0" rIns="0" bIns="0" rtlCol="0">
            <a:noAutofit/>
          </a:bodyPr>
          <a:lstStyle/>
          <a:p>
            <a:r>
              <a:rPr lang="es-ES" sz="1600">
                <a:solidFill>
                  <a:srgbClr val="1C1917"/>
                </a:solidFill>
                <a:latin typeface="Calibri" panose="020F0502020204030204" pitchFamily="34" charset="0"/>
              </a:rPr>
              <a:t>arranque.php hace require_once de config, Modelo/, funciones, validación y fotos</a:t>
            </a:r>
          </a:p>
        </p:txBody>
      </p:sp>
      <p:sp>
        <p:nvSpPr>
          <p:cNvPr id="11" name="TextBox 10">
            <a:extLst>
              <a:ext uri="{FF2B5EF4-FFF2-40B4-BE49-F238E27FC236}">
                <a16:creationId xmlns:a16="http://schemas.microsoft.com/office/drawing/2014/main" id="{47F5DA38-4B77-875A-1A5F-0C3BBB175382}"/>
              </a:ext>
            </a:extLst>
          </p:cNvPr>
          <p:cNvSpPr txBox="1"/>
          <p:nvPr/>
        </p:nvSpPr>
        <p:spPr>
          <a:xfrm>
            <a:off x="4737100" y="4064000"/>
            <a:ext cx="2717800" cy="381000"/>
          </a:xfrm>
          <a:prstGeom prst="rect">
            <a:avLst/>
          </a:prstGeom>
          <a:noFill/>
        </p:spPr>
        <p:txBody>
          <a:bodyPr vert="horz" wrap="square" lIns="0" tIns="0" rIns="0" bIns="0" rtlCol="0">
            <a:noAutofit/>
          </a:bodyPr>
          <a:lstStyle/>
          <a:p>
            <a:r>
              <a:rPr lang="es-ES" sz="1400" b="1">
                <a:solidFill>
                  <a:srgbClr val="9A3412"/>
                </a:solidFill>
                <a:latin typeface="Calibri" panose="020F0502020204030204" pitchFamily="34" charset="0"/>
              </a:rPr>
              <a:t>Código: no accesible por URL</a:t>
            </a:r>
          </a:p>
        </p:txBody>
      </p:sp>
      <p:sp>
        <p:nvSpPr>
          <p:cNvPr id="12" name="Arrow: Right 11">
            <a:extLst>
              <a:ext uri="{FF2B5EF4-FFF2-40B4-BE49-F238E27FC236}">
                <a16:creationId xmlns:a16="http://schemas.microsoft.com/office/drawing/2014/main" id="{F4254831-0E90-C9C5-985A-449E813B8BDF}"/>
              </a:ext>
            </a:extLst>
          </p:cNvPr>
          <p:cNvSpPr/>
          <p:nvPr/>
        </p:nvSpPr>
        <p:spPr>
          <a:xfrm>
            <a:off x="7785100" y="3022600"/>
            <a:ext cx="685800" cy="431800"/>
          </a:xfrm>
          <a:prstGeom prst="rightArrow">
            <a:avLst/>
          </a:prstGeom>
          <a:solidFill>
            <a:srgbClr val="E7E5E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3" name="Rectangle: Rounded Corners 12">
            <a:extLst>
              <a:ext uri="{FF2B5EF4-FFF2-40B4-BE49-F238E27FC236}">
                <a16:creationId xmlns:a16="http://schemas.microsoft.com/office/drawing/2014/main" id="{07752680-E228-50C2-20BC-262856703918}"/>
              </a:ext>
            </a:extLst>
          </p:cNvPr>
          <p:cNvSpPr/>
          <p:nvPr/>
        </p:nvSpPr>
        <p:spPr>
          <a:xfrm>
            <a:off x="8407400" y="1651000"/>
            <a:ext cx="3175000" cy="812800"/>
          </a:xfrm>
          <a:prstGeom prst="roundRect">
            <a:avLst>
              <a:gd name="adj" fmla="val 8000"/>
            </a:avLst>
          </a:prstGeom>
          <a:solidFill>
            <a:srgbClr val="0F766E"/>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sz="2400" b="1">
                <a:solidFill>
                  <a:srgbClr val="FFFFFF"/>
                </a:solidFill>
                <a:latin typeface="Consolas" panose="020B0609020204030204" pitchFamily="49" charset="0"/>
              </a:rPr>
              <a:t>datos/</a:t>
            </a:r>
          </a:p>
        </p:txBody>
      </p:sp>
      <p:sp>
        <p:nvSpPr>
          <p:cNvPr id="14" name="Rectangle 13">
            <a:extLst>
              <a:ext uri="{FF2B5EF4-FFF2-40B4-BE49-F238E27FC236}">
                <a16:creationId xmlns:a16="http://schemas.microsoft.com/office/drawing/2014/main" id="{A353BAEA-92AE-C4F8-7BDF-890735EC5935}"/>
              </a:ext>
            </a:extLst>
          </p:cNvPr>
          <p:cNvSpPr/>
          <p:nvPr/>
        </p:nvSpPr>
        <p:spPr>
          <a:xfrm>
            <a:off x="8407400" y="2463800"/>
            <a:ext cx="3175000" cy="2159000"/>
          </a:xfrm>
          <a:prstGeom prst="rect">
            <a:avLst/>
          </a:prstGeom>
          <a:solidFill>
            <a:srgbClr val="FFFFFF"/>
          </a:solidFill>
          <a:ln w="12700">
            <a:solidFill>
              <a:srgbClr val="E7E5E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5" name="TextBox 14">
            <a:extLst>
              <a:ext uri="{FF2B5EF4-FFF2-40B4-BE49-F238E27FC236}">
                <a16:creationId xmlns:a16="http://schemas.microsoft.com/office/drawing/2014/main" id="{A3AC3196-65E4-0C5C-11AA-70A99EC3A4C6}"/>
              </a:ext>
            </a:extLst>
          </p:cNvPr>
          <p:cNvSpPr txBox="1"/>
          <p:nvPr/>
        </p:nvSpPr>
        <p:spPr>
          <a:xfrm>
            <a:off x="8636000" y="2692400"/>
            <a:ext cx="2717800" cy="369332"/>
          </a:xfrm>
          <a:prstGeom prst="rect">
            <a:avLst/>
          </a:prstGeom>
          <a:noFill/>
        </p:spPr>
        <p:txBody>
          <a:bodyPr vert="horz" wrap="square" lIns="0" tIns="0" rIns="0" bIns="0" rtlCol="0">
            <a:noAutofit/>
          </a:bodyPr>
          <a:lstStyle/>
          <a:p>
            <a:r>
              <a:rPr lang="es-ES" sz="1600">
                <a:solidFill>
                  <a:srgbClr val="1C1917"/>
                </a:solidFill>
                <a:latin typeface="Calibri" panose="020F0502020204030204" pitchFamily="34" charset="0"/>
              </a:rPr>
              <a:t>categorias.json, productos.json y fotos/ con nombres aleatorios</a:t>
            </a:r>
          </a:p>
        </p:txBody>
      </p:sp>
      <p:sp>
        <p:nvSpPr>
          <p:cNvPr id="16" name="TextBox 15">
            <a:extLst>
              <a:ext uri="{FF2B5EF4-FFF2-40B4-BE49-F238E27FC236}">
                <a16:creationId xmlns:a16="http://schemas.microsoft.com/office/drawing/2014/main" id="{9EB1F994-D373-C778-96CA-4F24764EFF1F}"/>
              </a:ext>
            </a:extLst>
          </p:cNvPr>
          <p:cNvSpPr txBox="1"/>
          <p:nvPr/>
        </p:nvSpPr>
        <p:spPr>
          <a:xfrm>
            <a:off x="8636000" y="4064000"/>
            <a:ext cx="2717800" cy="381000"/>
          </a:xfrm>
          <a:prstGeom prst="rect">
            <a:avLst/>
          </a:prstGeom>
          <a:noFill/>
        </p:spPr>
        <p:txBody>
          <a:bodyPr vert="horz" wrap="square" lIns="0" tIns="0" rIns="0" bIns="0" rtlCol="0">
            <a:noAutofit/>
          </a:bodyPr>
          <a:lstStyle/>
          <a:p>
            <a:r>
              <a:rPr lang="es-ES" sz="1400" b="1">
                <a:solidFill>
                  <a:srgbClr val="0F766E"/>
                </a:solidFill>
                <a:latin typeface="Calibri" panose="020F0502020204030204" pitchFamily="34" charset="0"/>
              </a:rPr>
              <a:t>Datos: fuera de la web</a:t>
            </a:r>
          </a:p>
        </p:txBody>
      </p:sp>
      <p:sp>
        <p:nvSpPr>
          <p:cNvPr id="17" name="Rectangle: Rounded Corners 16">
            <a:extLst>
              <a:ext uri="{FF2B5EF4-FFF2-40B4-BE49-F238E27FC236}">
                <a16:creationId xmlns:a16="http://schemas.microsoft.com/office/drawing/2014/main" id="{8F768AB2-8E18-47AA-9D00-E26757959022}"/>
              </a:ext>
            </a:extLst>
          </p:cNvPr>
          <p:cNvSpPr/>
          <p:nvPr/>
        </p:nvSpPr>
        <p:spPr>
          <a:xfrm>
            <a:off x="609600" y="5080000"/>
            <a:ext cx="10972800" cy="1117600"/>
          </a:xfrm>
          <a:prstGeom prst="roundRect">
            <a:avLst>
              <a:gd name="adj" fmla="val 8000"/>
            </a:avLst>
          </a:prstGeom>
          <a:solidFill>
            <a:srgbClr val="FDE8D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8" name="TextBox 17">
            <a:extLst>
              <a:ext uri="{FF2B5EF4-FFF2-40B4-BE49-F238E27FC236}">
                <a16:creationId xmlns:a16="http://schemas.microsoft.com/office/drawing/2014/main" id="{A4F7F41D-AC85-EED6-5A24-935F77B377EB}"/>
              </a:ext>
            </a:extLst>
          </p:cNvPr>
          <p:cNvSpPr txBox="1"/>
          <p:nvPr/>
        </p:nvSpPr>
        <p:spPr>
          <a:xfrm>
            <a:off x="914400" y="5334000"/>
            <a:ext cx="10363200" cy="369332"/>
          </a:xfrm>
          <a:prstGeom prst="rect">
            <a:avLst/>
          </a:prstGeom>
          <a:noFill/>
        </p:spPr>
        <p:txBody>
          <a:bodyPr vert="horz" wrap="square" lIns="0" tIns="0" rIns="0" bIns="0" rtlCol="0">
            <a:noAutofit/>
          </a:bodyPr>
          <a:lstStyle/>
          <a:p>
            <a:r>
              <a:rPr lang="es-ES" sz="1700">
                <a:solidFill>
                  <a:srgbClr val="1C1917"/>
                </a:solidFill>
                <a:latin typeface="Calibri" panose="020F0502020204030204" pitchFamily="34" charset="0"/>
              </a:rPr>
              <a:t>Cada página hace un solo require de src/arranque.php. Toda la persistencia vive en la clase Catalogo: para migrar a MySQL solo cambia esa clase.</a:t>
            </a:r>
          </a:p>
        </p:txBody>
      </p:sp>
    </p:spTree>
    <p:extLst>
      <p:ext uri="{BB962C8B-B14F-4D97-AF65-F5344CB8AC3E}">
        <p14:creationId xmlns:p14="http://schemas.microsoft.com/office/powerpoint/2010/main" val="100656404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AFAF9"/>
        </a:solidFill>
        <a:effectLst/>
      </p:bgPr>
    </p:bg>
    <p:spTree>
      <p:nvGrpSpPr>
        <p:cNvPr id="1" name=""/>
        <p:cNvGrpSpPr/>
        <p:nvPr/>
      </p:nvGrpSpPr>
      <p:grpSpPr>
        <a:xfrm>
          <a:off x="0" y="0"/>
          <a:ext cx="0" cy="0"/>
          <a:chOff x="0" y="0"/>
          <a:chExt cx="0" cy="0"/>
        </a:xfrm>
      </p:grpSpPr>
      <p:sp>
        <p:nvSpPr>
          <p:cNvPr id="2" name="Título">
            <a:extLst>
              <a:ext uri="{FF2B5EF4-FFF2-40B4-BE49-F238E27FC236}">
                <a16:creationId xmlns:a16="http://schemas.microsoft.com/office/drawing/2014/main" id="{38D49410-D05B-E92B-159E-B5E735EEED79}"/>
              </a:ext>
            </a:extLst>
          </p:cNvPr>
          <p:cNvSpPr txBox="1"/>
          <p:nvPr/>
        </p:nvSpPr>
        <p:spPr>
          <a:xfrm>
            <a:off x="609600" y="431800"/>
            <a:ext cx="10972800" cy="369332"/>
          </a:xfrm>
          <a:prstGeom prst="rect">
            <a:avLst/>
          </a:prstGeom>
          <a:noFill/>
        </p:spPr>
        <p:txBody>
          <a:bodyPr vert="horz" wrap="square" lIns="0" tIns="0" rIns="0" bIns="0" rtlCol="0">
            <a:noAutofit/>
          </a:bodyPr>
          <a:lstStyle/>
          <a:p>
            <a:r>
              <a:rPr lang="es-ES" sz="3400" b="1">
                <a:solidFill>
                  <a:srgbClr val="1C1917"/>
                </a:solidFill>
                <a:latin typeface="Calibri" panose="020F0502020204030204" pitchFamily="34" charset="0"/>
              </a:rPr>
              <a:t>Modelo orientado a objetos</a:t>
            </a:r>
          </a:p>
        </p:txBody>
      </p:sp>
      <p:sp>
        <p:nvSpPr>
          <p:cNvPr id="3" name="Rectangle 2">
            <a:extLst>
              <a:ext uri="{FF2B5EF4-FFF2-40B4-BE49-F238E27FC236}">
                <a16:creationId xmlns:a16="http://schemas.microsoft.com/office/drawing/2014/main" id="{AB1939C4-0B0E-DCA3-C325-0C7153054FFF}"/>
              </a:ext>
            </a:extLst>
          </p:cNvPr>
          <p:cNvSpPr/>
          <p:nvPr/>
        </p:nvSpPr>
        <p:spPr>
          <a:xfrm>
            <a:off x="609600" y="1320800"/>
            <a:ext cx="3302000" cy="508000"/>
          </a:xfrm>
          <a:prstGeom prst="rect">
            <a:avLst/>
          </a:prstGeom>
          <a:solidFill>
            <a:srgbClr val="7C2D12"/>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sz="1700" b="1">
                <a:solidFill>
                  <a:srgbClr val="FFFFFF"/>
                </a:solidFill>
                <a:latin typeface="Consolas" panose="020B0609020204030204" pitchFamily="49" charset="0"/>
              </a:rPr>
              <a:t>Catalogo</a:t>
            </a:r>
          </a:p>
        </p:txBody>
      </p:sp>
      <p:sp>
        <p:nvSpPr>
          <p:cNvPr id="4" name="Rectangle 3">
            <a:extLst>
              <a:ext uri="{FF2B5EF4-FFF2-40B4-BE49-F238E27FC236}">
                <a16:creationId xmlns:a16="http://schemas.microsoft.com/office/drawing/2014/main" id="{02103976-EFC5-84C3-C490-A2C842B4F7B4}"/>
              </a:ext>
            </a:extLst>
          </p:cNvPr>
          <p:cNvSpPr/>
          <p:nvPr/>
        </p:nvSpPr>
        <p:spPr>
          <a:xfrm>
            <a:off x="609600" y="1828800"/>
            <a:ext cx="3302000" cy="1524000"/>
          </a:xfrm>
          <a:prstGeom prst="rect">
            <a:avLst/>
          </a:prstGeom>
          <a:solidFill>
            <a:srgbClr val="FFFFFF"/>
          </a:solidFill>
          <a:ln w="12700">
            <a:solidFill>
              <a:srgbClr val="E7E5E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5" name="TextBox 4">
            <a:extLst>
              <a:ext uri="{FF2B5EF4-FFF2-40B4-BE49-F238E27FC236}">
                <a16:creationId xmlns:a16="http://schemas.microsoft.com/office/drawing/2014/main" id="{E04DF159-9E10-FEE2-CD3C-4FC8EA8315C7}"/>
              </a:ext>
            </a:extLst>
          </p:cNvPr>
          <p:cNvSpPr txBox="1"/>
          <p:nvPr/>
        </p:nvSpPr>
        <p:spPr>
          <a:xfrm>
            <a:off x="762000" y="1955800"/>
            <a:ext cx="2997200" cy="369332"/>
          </a:xfrm>
          <a:prstGeom prst="rect">
            <a:avLst/>
          </a:prstGeom>
          <a:noFill/>
        </p:spPr>
        <p:txBody>
          <a:bodyPr vert="horz" wrap="square" lIns="0" tIns="0" rIns="0" bIns="0" rtlCol="0">
            <a:noAutofit/>
          </a:bodyPr>
          <a:lstStyle/>
          <a:p>
            <a:r>
              <a:rPr lang="es-ES" sz="1300">
                <a:solidFill>
                  <a:srgbClr val="1C1917"/>
                </a:solidFill>
                <a:latin typeface="Consolas" panose="020B0609020204030204" pitchFamily="49" charset="0"/>
              </a:rPr>
              <a:t>categorias(), buscar()</a:t>
            </a:r>
          </a:p>
          <a:p>
            <a:r>
              <a:rPr lang="es-ES" sz="1300">
                <a:solidFill>
                  <a:srgbClr val="1C1917"/>
                </a:solidFill>
                <a:latin typeface="Consolas" panose="020B0609020204030204" pitchFamily="49" charset="0"/>
              </a:rPr>
              <a:t>agregar(), reemplazar()</a:t>
            </a:r>
          </a:p>
          <a:p>
            <a:r>
              <a:rPr lang="es-ES" sz="1300">
                <a:solidFill>
                  <a:srgbClr val="1C1917"/>
                </a:solidFill>
                <a:latin typeface="Consolas" panose="020B0609020204030204" pitchFamily="49" charset="0"/>
              </a:rPr>
              <a:t>eliminar(), filtrar(...)</a:t>
            </a:r>
          </a:p>
          <a:p>
            <a:r>
              <a:rPr lang="es-ES" sz="1300">
                <a:solidFill>
                  <a:srgbClr val="1C1917"/>
                </a:solidFill>
                <a:latin typeface="Consolas" panose="020B0609020204030204" pitchFamily="49" charset="0"/>
              </a:rPr>
              <a:t>valorInventario()</a:t>
            </a:r>
          </a:p>
          <a:p>
            <a:r>
              <a:rPr lang="es-ES" sz="1300">
                <a:solidFill>
                  <a:srgbClr val="1C1917"/>
                </a:solidFill>
                <a:latin typeface="Consolas" panose="020B0609020204030204" pitchFamily="49" charset="0"/>
              </a:rPr>
              <a:t>guardar()  → JSON</a:t>
            </a:r>
          </a:p>
        </p:txBody>
      </p:sp>
      <p:sp>
        <p:nvSpPr>
          <p:cNvPr id="6" name="Rectangle 5">
            <a:extLst>
              <a:ext uri="{FF2B5EF4-FFF2-40B4-BE49-F238E27FC236}">
                <a16:creationId xmlns:a16="http://schemas.microsoft.com/office/drawing/2014/main" id="{8D33AF9D-AA5B-12CC-C855-A41AC653CE7E}"/>
              </a:ext>
            </a:extLst>
          </p:cNvPr>
          <p:cNvSpPr/>
          <p:nvPr/>
        </p:nvSpPr>
        <p:spPr>
          <a:xfrm>
            <a:off x="4318000" y="1320800"/>
            <a:ext cx="3302000" cy="508000"/>
          </a:xfrm>
          <a:prstGeom prst="rect">
            <a:avLst/>
          </a:prstGeom>
          <a:solidFill>
            <a:srgbClr val="9A3412"/>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sz="1700" b="1">
                <a:solidFill>
                  <a:srgbClr val="FFFFFF"/>
                </a:solidFill>
                <a:latin typeface="Consolas" panose="020B0609020204030204" pitchFamily="49" charset="0"/>
              </a:rPr>
              <a:t>Producto (readonly)</a:t>
            </a:r>
          </a:p>
        </p:txBody>
      </p:sp>
      <p:sp>
        <p:nvSpPr>
          <p:cNvPr id="7" name="Rectangle 6">
            <a:extLst>
              <a:ext uri="{FF2B5EF4-FFF2-40B4-BE49-F238E27FC236}">
                <a16:creationId xmlns:a16="http://schemas.microsoft.com/office/drawing/2014/main" id="{4DCED251-C45C-84D0-01DD-3005E6C0629A}"/>
              </a:ext>
            </a:extLst>
          </p:cNvPr>
          <p:cNvSpPr/>
          <p:nvPr/>
        </p:nvSpPr>
        <p:spPr>
          <a:xfrm>
            <a:off x="4318000" y="1828800"/>
            <a:ext cx="3302000" cy="1524000"/>
          </a:xfrm>
          <a:prstGeom prst="rect">
            <a:avLst/>
          </a:prstGeom>
          <a:solidFill>
            <a:srgbClr val="FFFFFF"/>
          </a:solidFill>
          <a:ln w="12700">
            <a:solidFill>
              <a:srgbClr val="E7E5E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8" name="TextBox 7">
            <a:extLst>
              <a:ext uri="{FF2B5EF4-FFF2-40B4-BE49-F238E27FC236}">
                <a16:creationId xmlns:a16="http://schemas.microsoft.com/office/drawing/2014/main" id="{63721BED-0941-1AC2-3B63-4BB57DD7DDB5}"/>
              </a:ext>
            </a:extLst>
          </p:cNvPr>
          <p:cNvSpPr txBox="1"/>
          <p:nvPr/>
        </p:nvSpPr>
        <p:spPr>
          <a:xfrm>
            <a:off x="4470400" y="1955800"/>
            <a:ext cx="2997200" cy="369332"/>
          </a:xfrm>
          <a:prstGeom prst="rect">
            <a:avLst/>
          </a:prstGeom>
          <a:noFill/>
        </p:spPr>
        <p:txBody>
          <a:bodyPr vert="horz" wrap="square" lIns="0" tIns="0" rIns="0" bIns="0" rtlCol="0">
            <a:noAutofit/>
          </a:bodyPr>
          <a:lstStyle/>
          <a:p>
            <a:r>
              <a:rPr lang="it-IT" sz="1300">
                <a:solidFill>
                  <a:srgbClr val="1C1917"/>
                </a:solidFill>
                <a:latin typeface="Consolas" panose="020B0609020204030204" pitchFamily="49" charset="0"/>
              </a:rPr>
              <a:t>codigo, nombre, precio</a:t>
            </a:r>
          </a:p>
          <a:p>
            <a:r>
              <a:rPr lang="it-IT" sz="1300">
                <a:solidFill>
                  <a:srgbClr val="1C1917"/>
                </a:solidFill>
                <a:latin typeface="Consolas" panose="020B0609020204030204" pitchFamily="49" charset="0"/>
              </a:rPr>
              <a:t>stock = 0</a:t>
            </a:r>
          </a:p>
          <a:p>
            <a:r>
              <a:rPr lang="it-IT" sz="1300">
                <a:solidFill>
                  <a:srgbClr val="1C1917"/>
                </a:solidFill>
                <a:latin typeface="Consolas" panose="020B0609020204030204" pitchFamily="49" charset="0"/>
              </a:rPr>
              <a:t>tallas = [Talla::UNICA]</a:t>
            </a:r>
          </a:p>
          <a:p>
            <a:r>
              <a:rPr lang="it-IT" sz="1300">
                <a:solidFill>
                  <a:srgbClr val="1C1917"/>
                </a:solidFill>
                <a:latin typeface="Consolas" panose="020B0609020204030204" pitchFamily="49" charset="0"/>
              </a:rPr>
              <a:t>foto = null</a:t>
            </a:r>
          </a:p>
          <a:p>
            <a:r>
              <a:rPr lang="it-IT" sz="1300">
                <a:solidFill>
                  <a:srgbClr val="1C1917"/>
                </a:solidFill>
                <a:latin typeface="Consolas" panose="020B0609020204030204" pitchFamily="49" charset="0"/>
              </a:rPr>
              <a:t>con(...) → copia</a:t>
            </a:r>
            <a:endParaRPr lang="es-ES" sz="1300">
              <a:solidFill>
                <a:srgbClr val="1C1917"/>
              </a:solidFill>
              <a:latin typeface="Consolas" panose="020B0609020204030204" pitchFamily="49" charset="0"/>
            </a:endParaRPr>
          </a:p>
        </p:txBody>
      </p:sp>
      <p:sp>
        <p:nvSpPr>
          <p:cNvPr id="9" name="Rectangle 8">
            <a:extLst>
              <a:ext uri="{FF2B5EF4-FFF2-40B4-BE49-F238E27FC236}">
                <a16:creationId xmlns:a16="http://schemas.microsoft.com/office/drawing/2014/main" id="{A64B520D-02F0-4B40-2C35-B9E4B04BD0E0}"/>
              </a:ext>
            </a:extLst>
          </p:cNvPr>
          <p:cNvSpPr/>
          <p:nvPr/>
        </p:nvSpPr>
        <p:spPr>
          <a:xfrm>
            <a:off x="4318000" y="3810000"/>
            <a:ext cx="3302000" cy="508000"/>
          </a:xfrm>
          <a:prstGeom prst="rect">
            <a:avLst/>
          </a:prstGeom>
          <a:solidFill>
            <a:srgbClr val="9A3412"/>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sz="1700" b="1">
                <a:solidFill>
                  <a:srgbClr val="FFFFFF"/>
                </a:solidFill>
                <a:latin typeface="Consolas" panose="020B0609020204030204" pitchFamily="49" charset="0"/>
              </a:rPr>
              <a:t>Categoria (readonly)</a:t>
            </a:r>
          </a:p>
        </p:txBody>
      </p:sp>
      <p:sp>
        <p:nvSpPr>
          <p:cNvPr id="10" name="Rectangle 9">
            <a:extLst>
              <a:ext uri="{FF2B5EF4-FFF2-40B4-BE49-F238E27FC236}">
                <a16:creationId xmlns:a16="http://schemas.microsoft.com/office/drawing/2014/main" id="{A351DF91-A0DB-3AF9-73E8-67203E3A08F3}"/>
              </a:ext>
            </a:extLst>
          </p:cNvPr>
          <p:cNvSpPr/>
          <p:nvPr/>
        </p:nvSpPr>
        <p:spPr>
          <a:xfrm>
            <a:off x="4318000" y="4318000"/>
            <a:ext cx="3302000" cy="1524000"/>
          </a:xfrm>
          <a:prstGeom prst="rect">
            <a:avLst/>
          </a:prstGeom>
          <a:solidFill>
            <a:srgbClr val="FFFFFF"/>
          </a:solidFill>
          <a:ln w="12700">
            <a:solidFill>
              <a:srgbClr val="E7E5E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1" name="TextBox 10">
            <a:extLst>
              <a:ext uri="{FF2B5EF4-FFF2-40B4-BE49-F238E27FC236}">
                <a16:creationId xmlns:a16="http://schemas.microsoft.com/office/drawing/2014/main" id="{AA612D36-4580-88EF-BBC7-5B2A22314E01}"/>
              </a:ext>
            </a:extLst>
          </p:cNvPr>
          <p:cNvSpPr txBox="1"/>
          <p:nvPr/>
        </p:nvSpPr>
        <p:spPr>
          <a:xfrm>
            <a:off x="4470400" y="4445000"/>
            <a:ext cx="2997200" cy="369332"/>
          </a:xfrm>
          <a:prstGeom prst="rect">
            <a:avLst/>
          </a:prstGeom>
          <a:noFill/>
        </p:spPr>
        <p:txBody>
          <a:bodyPr vert="horz" wrap="square" lIns="0" tIns="0" rIns="0" bIns="0" rtlCol="0">
            <a:noAutofit/>
          </a:bodyPr>
          <a:lstStyle/>
          <a:p>
            <a:r>
              <a:rPr lang="es-ES" sz="1300">
                <a:solidFill>
                  <a:srgbClr val="1C1917"/>
                </a:solidFill>
                <a:latin typeface="Consolas" panose="020B0609020204030204" pitchFamily="49" charset="0"/>
              </a:rPr>
              <a:t>id, nombre</a:t>
            </a:r>
          </a:p>
          <a:p>
            <a:r>
              <a:rPr lang="es-ES" sz="1300">
                <a:solidFill>
                  <a:srgbClr val="1C1917"/>
                </a:solidFill>
                <a:latin typeface="Consolas" panose="020B0609020204030204" pitchFamily="49" charset="0"/>
              </a:rPr>
              <a:t>descripcion = ''</a:t>
            </a:r>
          </a:p>
        </p:txBody>
      </p:sp>
      <p:sp>
        <p:nvSpPr>
          <p:cNvPr id="12" name="Rectangle 11">
            <a:extLst>
              <a:ext uri="{FF2B5EF4-FFF2-40B4-BE49-F238E27FC236}">
                <a16:creationId xmlns:a16="http://schemas.microsoft.com/office/drawing/2014/main" id="{4693F038-043A-A655-2565-E516B9EA2AB6}"/>
              </a:ext>
            </a:extLst>
          </p:cNvPr>
          <p:cNvSpPr/>
          <p:nvPr/>
        </p:nvSpPr>
        <p:spPr>
          <a:xfrm>
            <a:off x="609600" y="3810000"/>
            <a:ext cx="3302000" cy="508000"/>
          </a:xfrm>
          <a:prstGeom prst="rect">
            <a:avLst/>
          </a:prstGeom>
          <a:solidFill>
            <a:srgbClr val="0F766E"/>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sz="1700" b="1">
                <a:solidFill>
                  <a:srgbClr val="FFFFFF"/>
                </a:solidFill>
                <a:latin typeface="Consolas" panose="020B0609020204030204" pitchFamily="49" charset="0"/>
              </a:rPr>
              <a:t>enum Talla</a:t>
            </a:r>
          </a:p>
        </p:txBody>
      </p:sp>
      <p:sp>
        <p:nvSpPr>
          <p:cNvPr id="13" name="Rectangle 12">
            <a:extLst>
              <a:ext uri="{FF2B5EF4-FFF2-40B4-BE49-F238E27FC236}">
                <a16:creationId xmlns:a16="http://schemas.microsoft.com/office/drawing/2014/main" id="{A29DD61A-6412-2348-C6AD-823EACE19196}"/>
              </a:ext>
            </a:extLst>
          </p:cNvPr>
          <p:cNvSpPr/>
          <p:nvPr/>
        </p:nvSpPr>
        <p:spPr>
          <a:xfrm>
            <a:off x="609600" y="4318000"/>
            <a:ext cx="3302000" cy="1524000"/>
          </a:xfrm>
          <a:prstGeom prst="rect">
            <a:avLst/>
          </a:prstGeom>
          <a:solidFill>
            <a:srgbClr val="FFFFFF"/>
          </a:solidFill>
          <a:ln w="12700">
            <a:solidFill>
              <a:srgbClr val="E7E5E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4" name="TextBox 13">
            <a:extLst>
              <a:ext uri="{FF2B5EF4-FFF2-40B4-BE49-F238E27FC236}">
                <a16:creationId xmlns:a16="http://schemas.microsoft.com/office/drawing/2014/main" id="{F0918B13-E95F-CC79-3494-10DBBD619CC0}"/>
              </a:ext>
            </a:extLst>
          </p:cNvPr>
          <p:cNvSpPr txBox="1"/>
          <p:nvPr/>
        </p:nvSpPr>
        <p:spPr>
          <a:xfrm>
            <a:off x="762000" y="4445000"/>
            <a:ext cx="2997200" cy="369332"/>
          </a:xfrm>
          <a:prstGeom prst="rect">
            <a:avLst/>
          </a:prstGeom>
          <a:noFill/>
        </p:spPr>
        <p:txBody>
          <a:bodyPr vert="horz" wrap="square" lIns="0" tIns="0" rIns="0" bIns="0" rtlCol="0">
            <a:noAutofit/>
          </a:bodyPr>
          <a:lstStyle/>
          <a:p>
            <a:r>
              <a:rPr lang="pl-PL" sz="1300">
                <a:solidFill>
                  <a:srgbClr val="1C1917"/>
                </a:solidFill>
                <a:latin typeface="Consolas" panose="020B0609020204030204" pitchFamily="49" charset="0"/>
              </a:rPr>
              <a:t>XS, S, M, L, XL, XXL, U</a:t>
            </a:r>
          </a:p>
          <a:p>
            <a:r>
              <a:rPr lang="pl-PL" sz="1300">
                <a:solidFill>
                  <a:srgbClr val="1C1917"/>
                </a:solidFill>
                <a:latin typeface="Consolas" panose="020B0609020204030204" pitchFamily="49" charset="0"/>
              </a:rPr>
              <a:t>etiqueta()</a:t>
            </a:r>
            <a:endParaRPr lang="es-ES" sz="1300">
              <a:solidFill>
                <a:srgbClr val="1C1917"/>
              </a:solidFill>
              <a:latin typeface="Consolas" panose="020B0609020204030204" pitchFamily="49" charset="0"/>
            </a:endParaRPr>
          </a:p>
        </p:txBody>
      </p:sp>
      <p:sp>
        <p:nvSpPr>
          <p:cNvPr id="15" name="Rectangle: Rounded Corners 14">
            <a:extLst>
              <a:ext uri="{FF2B5EF4-FFF2-40B4-BE49-F238E27FC236}">
                <a16:creationId xmlns:a16="http://schemas.microsoft.com/office/drawing/2014/main" id="{9A96510D-8282-335C-7B94-FF5515A58ECA}"/>
              </a:ext>
            </a:extLst>
          </p:cNvPr>
          <p:cNvSpPr/>
          <p:nvPr/>
        </p:nvSpPr>
        <p:spPr>
          <a:xfrm>
            <a:off x="8026400" y="1320800"/>
            <a:ext cx="3556000" cy="4521200"/>
          </a:xfrm>
          <a:prstGeom prst="roundRect">
            <a:avLst>
              <a:gd name="adj" fmla="val 8000"/>
            </a:avLst>
          </a:prstGeom>
          <a:solidFill>
            <a:srgbClr val="1C1917"/>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6" name="TextBox 15">
            <a:extLst>
              <a:ext uri="{FF2B5EF4-FFF2-40B4-BE49-F238E27FC236}">
                <a16:creationId xmlns:a16="http://schemas.microsoft.com/office/drawing/2014/main" id="{949E18DE-2A69-92FE-C28B-0F7D2C63A651}"/>
              </a:ext>
            </a:extLst>
          </p:cNvPr>
          <p:cNvSpPr txBox="1"/>
          <p:nvPr/>
        </p:nvSpPr>
        <p:spPr>
          <a:xfrm>
            <a:off x="8280400" y="1574800"/>
            <a:ext cx="3098800" cy="369332"/>
          </a:xfrm>
          <a:prstGeom prst="rect">
            <a:avLst/>
          </a:prstGeom>
          <a:noFill/>
        </p:spPr>
        <p:txBody>
          <a:bodyPr vert="horz" wrap="square" lIns="0" tIns="0" rIns="0" bIns="0" rtlCol="0">
            <a:noAutofit/>
          </a:bodyPr>
          <a:lstStyle/>
          <a:p>
            <a:r>
              <a:rPr lang="es-ES" sz="1300">
                <a:solidFill>
                  <a:srgbClr val="E7E5E4"/>
                </a:solidFill>
                <a:latin typeface="Consolas" panose="020B0609020204030204" pitchFamily="49" charset="0"/>
              </a:rPr>
              <a:t>// promoción de propiedades</a:t>
            </a:r>
          </a:p>
          <a:p>
            <a:r>
              <a:rPr lang="es-ES" sz="1300">
                <a:solidFill>
                  <a:srgbClr val="E7E5E4"/>
                </a:solidFill>
                <a:latin typeface="Consolas" panose="020B0609020204030204" pitchFamily="49" charset="0"/>
              </a:rPr>
              <a:t>public function __construct(</a:t>
            </a:r>
          </a:p>
          <a:p>
            <a:r>
              <a:rPr lang="es-ES" sz="1300">
                <a:solidFill>
                  <a:srgbClr val="E7E5E4"/>
                </a:solidFill>
                <a:latin typeface="Consolas" panose="020B0609020204030204" pitchFamily="49" charset="0"/>
              </a:rPr>
              <a:t>  public string $codigo,</a:t>
            </a:r>
          </a:p>
          <a:p>
            <a:r>
              <a:rPr lang="es-ES" sz="1300">
                <a:solidFill>
                  <a:srgbClr val="E7E5E4"/>
                </a:solidFill>
                <a:latin typeface="Consolas" panose="020B0609020204030204" pitchFamily="49" charset="0"/>
              </a:rPr>
              <a:t>  public float $precio,</a:t>
            </a:r>
          </a:p>
          <a:p>
            <a:r>
              <a:rPr lang="es-ES" sz="1300">
                <a:solidFill>
                  <a:srgbClr val="E7E5E4"/>
                </a:solidFill>
                <a:latin typeface="Consolas" panose="020B0609020204030204" pitchFamily="49" charset="0"/>
              </a:rPr>
              <a:t>  public int $stock = 0,</a:t>
            </a:r>
          </a:p>
          <a:p>
            <a:r>
              <a:rPr lang="es-ES" sz="1300">
                <a:solidFill>
                  <a:srgbClr val="E7E5E4"/>
                </a:solidFill>
                <a:latin typeface="Consolas" panose="020B0609020204030204" pitchFamily="49" charset="0"/>
              </a:rPr>
              <a:t>  ...</a:t>
            </a:r>
          </a:p>
          <a:p>
            <a:r>
              <a:rPr lang="es-ES" sz="1300">
                <a:solidFill>
                  <a:srgbClr val="E7E5E4"/>
                </a:solidFill>
                <a:latin typeface="Consolas" panose="020B0609020204030204" pitchFamily="49" charset="0"/>
              </a:rPr>
              <a:t>) {}</a:t>
            </a:r>
          </a:p>
          <a:p>
            <a:endParaRPr lang="es-ES" sz="1300">
              <a:solidFill>
                <a:srgbClr val="E7E5E4"/>
              </a:solidFill>
              <a:latin typeface="Consolas" panose="020B0609020204030204" pitchFamily="49" charset="0"/>
            </a:endParaRPr>
          </a:p>
          <a:p>
            <a:r>
              <a:rPr lang="es-ES" sz="1300">
                <a:solidFill>
                  <a:srgbClr val="E7E5E4"/>
                </a:solidFill>
                <a:latin typeface="Consolas" panose="020B0609020204030204" pitchFamily="49" charset="0"/>
              </a:rPr>
              <a:t>// parámetros nombrados</a:t>
            </a:r>
          </a:p>
          <a:p>
            <a:r>
              <a:rPr lang="es-ES" sz="1300">
                <a:solidFill>
                  <a:srgbClr val="E7E5E4"/>
                </a:solidFill>
                <a:latin typeface="Consolas" panose="020B0609020204030204" pitchFamily="49" charset="0"/>
              </a:rPr>
              <a:t>$p-&gt;con(precio: 79.90);</a:t>
            </a:r>
          </a:p>
          <a:p>
            <a:r>
              <a:rPr lang="es-ES" sz="1300">
                <a:solidFill>
                  <a:srgbClr val="E7E5E4"/>
                </a:solidFill>
                <a:latin typeface="Consolas" panose="020B0609020204030204" pitchFamily="49" charset="0"/>
              </a:rPr>
              <a:t>$cat-&gt;filtrar(</a:t>
            </a:r>
          </a:p>
          <a:p>
            <a:r>
              <a:rPr lang="es-ES" sz="1300">
                <a:solidFill>
                  <a:srgbClr val="E7E5E4"/>
                </a:solidFill>
                <a:latin typeface="Consolas" panose="020B0609020204030204" pitchFamily="49" charset="0"/>
              </a:rPr>
              <a:t>  talla: Talla::XL,</a:t>
            </a:r>
          </a:p>
          <a:p>
            <a:r>
              <a:rPr lang="es-ES" sz="1300">
                <a:solidFill>
                  <a:srgbClr val="E7E5E4"/>
                </a:solidFill>
                <a:latin typeface="Consolas" panose="020B0609020204030204" pitchFamily="49" charset="0"/>
              </a:rPr>
              <a:t>  orden: 'precio-asc');</a:t>
            </a:r>
          </a:p>
        </p:txBody>
      </p:sp>
      <p:sp>
        <p:nvSpPr>
          <p:cNvPr id="17" name="TextBox 16">
            <a:extLst>
              <a:ext uri="{FF2B5EF4-FFF2-40B4-BE49-F238E27FC236}">
                <a16:creationId xmlns:a16="http://schemas.microsoft.com/office/drawing/2014/main" id="{F1B46DC9-5FC2-C528-79F1-8898574B133C}"/>
              </a:ext>
            </a:extLst>
          </p:cNvPr>
          <p:cNvSpPr txBox="1"/>
          <p:nvPr/>
        </p:nvSpPr>
        <p:spPr>
          <a:xfrm>
            <a:off x="609600" y="6070600"/>
            <a:ext cx="7112000" cy="369332"/>
          </a:xfrm>
          <a:prstGeom prst="rect">
            <a:avLst/>
          </a:prstGeom>
          <a:noFill/>
        </p:spPr>
        <p:txBody>
          <a:bodyPr vert="horz" wrap="square" lIns="0" tIns="0" rIns="0" bIns="0" rtlCol="0">
            <a:noAutofit/>
          </a:bodyPr>
          <a:lstStyle/>
          <a:p>
            <a:r>
              <a:rPr lang="es-ES" sz="1600" b="1">
                <a:solidFill>
                  <a:srgbClr val="0F766E"/>
                </a:solidFill>
                <a:latin typeface="Calibri" panose="020F0502020204030204" pitchFamily="34" charset="0"/>
              </a:rPr>
              <a:t>Inmutables: editar = crear una copia validada</a:t>
            </a:r>
          </a:p>
        </p:txBody>
      </p:sp>
    </p:spTree>
    <p:extLst>
      <p:ext uri="{BB962C8B-B14F-4D97-AF65-F5344CB8AC3E}">
        <p14:creationId xmlns:p14="http://schemas.microsoft.com/office/powerpoint/2010/main" val="183679102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AFAF9"/>
        </a:solidFill>
        <a:effectLst/>
      </p:bgPr>
    </p:bg>
    <p:spTree>
      <p:nvGrpSpPr>
        <p:cNvPr id="1" name=""/>
        <p:cNvGrpSpPr/>
        <p:nvPr/>
      </p:nvGrpSpPr>
      <p:grpSpPr>
        <a:xfrm>
          <a:off x="0" y="0"/>
          <a:ext cx="0" cy="0"/>
          <a:chOff x="0" y="0"/>
          <a:chExt cx="0" cy="0"/>
        </a:xfrm>
      </p:grpSpPr>
      <p:sp>
        <p:nvSpPr>
          <p:cNvPr id="2" name="Título">
            <a:extLst>
              <a:ext uri="{FF2B5EF4-FFF2-40B4-BE49-F238E27FC236}">
                <a16:creationId xmlns:a16="http://schemas.microsoft.com/office/drawing/2014/main" id="{797321DA-239E-6A36-F0ED-FB89F40E4B80}"/>
              </a:ext>
            </a:extLst>
          </p:cNvPr>
          <p:cNvSpPr txBox="1"/>
          <p:nvPr/>
        </p:nvSpPr>
        <p:spPr>
          <a:xfrm>
            <a:off x="609600" y="431800"/>
            <a:ext cx="10972800" cy="369332"/>
          </a:xfrm>
          <a:prstGeom prst="rect">
            <a:avLst/>
          </a:prstGeom>
          <a:noFill/>
        </p:spPr>
        <p:txBody>
          <a:bodyPr vert="horz" wrap="square" lIns="0" tIns="0" rIns="0" bIns="0" rtlCol="0">
            <a:noAutofit/>
          </a:bodyPr>
          <a:lstStyle/>
          <a:p>
            <a:r>
              <a:rPr lang="es-ES" sz="3400" b="1">
                <a:solidFill>
                  <a:srgbClr val="1C1917"/>
                </a:solidFill>
                <a:latin typeface="Calibri" panose="020F0502020204030204" pitchFamily="34" charset="0"/>
              </a:rPr>
              <a:t>Formularios validados en el servidor</a:t>
            </a:r>
          </a:p>
        </p:txBody>
      </p:sp>
      <p:pic>
        <p:nvPicPr>
          <p:cNvPr id="4" name="Picture 3" descr="Formulario de registro mostrando seis campos con mensajes de error">
            <a:extLst>
              <a:ext uri="{FF2B5EF4-FFF2-40B4-BE49-F238E27FC236}">
                <a16:creationId xmlns:a16="http://schemas.microsoft.com/office/drawing/2014/main" id="{FC928D58-FB43-EEA9-CC3F-622C643DEA9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09600" y="1219200"/>
            <a:ext cx="3810000" cy="3363516"/>
          </a:xfrm>
          <a:prstGeom prst="rect">
            <a:avLst/>
          </a:prstGeom>
          <a:ln w="12700">
            <a:solidFill>
              <a:srgbClr val="E7E5E4"/>
            </a:solidFill>
          </a:ln>
        </p:spPr>
      </p:pic>
      <p:sp>
        <p:nvSpPr>
          <p:cNvPr id="5" name="Oval 4">
            <a:extLst>
              <a:ext uri="{FF2B5EF4-FFF2-40B4-BE49-F238E27FC236}">
                <a16:creationId xmlns:a16="http://schemas.microsoft.com/office/drawing/2014/main" id="{C20FC744-7129-6842-DE61-C2918E38B244}"/>
              </a:ext>
            </a:extLst>
          </p:cNvPr>
          <p:cNvSpPr/>
          <p:nvPr/>
        </p:nvSpPr>
        <p:spPr>
          <a:xfrm>
            <a:off x="4978400" y="1270000"/>
            <a:ext cx="457200" cy="457200"/>
          </a:xfrm>
          <a:prstGeom prst="ellipse">
            <a:avLst/>
          </a:prstGeom>
          <a:solidFill>
            <a:srgbClr val="7C2D12"/>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lang="es-ES" b="1">
                <a:solidFill>
                  <a:srgbClr val="FFFFFF"/>
                </a:solidFill>
                <a:latin typeface="Calibri" panose="020F0502020204030204" pitchFamily="34" charset="0"/>
              </a:rPr>
              <a:t>1</a:t>
            </a:r>
          </a:p>
        </p:txBody>
      </p:sp>
      <p:sp>
        <p:nvSpPr>
          <p:cNvPr id="6" name="TextBox 5">
            <a:extLst>
              <a:ext uri="{FF2B5EF4-FFF2-40B4-BE49-F238E27FC236}">
                <a16:creationId xmlns:a16="http://schemas.microsoft.com/office/drawing/2014/main" id="{AA66A1F6-4A17-A969-0352-FE754C88FBB1}"/>
              </a:ext>
            </a:extLst>
          </p:cNvPr>
          <p:cNvSpPr txBox="1"/>
          <p:nvPr/>
        </p:nvSpPr>
        <p:spPr>
          <a:xfrm>
            <a:off x="5638800" y="1295400"/>
            <a:ext cx="5943600" cy="369332"/>
          </a:xfrm>
          <a:prstGeom prst="rect">
            <a:avLst/>
          </a:prstGeom>
          <a:noFill/>
        </p:spPr>
        <p:txBody>
          <a:bodyPr vert="horz" wrap="square" lIns="0" tIns="0" rIns="0" bIns="0" rtlCol="0">
            <a:noAutofit/>
          </a:bodyPr>
          <a:lstStyle/>
          <a:p>
            <a:r>
              <a:rPr lang="es-ES" b="1">
                <a:solidFill>
                  <a:srgbClr val="1C1917"/>
                </a:solidFill>
                <a:latin typeface="Calibri" panose="020F0502020204030204" pitchFamily="34" charset="0"/>
              </a:rPr>
              <a:t>GET para buscar</a:t>
            </a:r>
          </a:p>
        </p:txBody>
      </p:sp>
      <p:sp>
        <p:nvSpPr>
          <p:cNvPr id="7" name="TextBox 6">
            <a:extLst>
              <a:ext uri="{FF2B5EF4-FFF2-40B4-BE49-F238E27FC236}">
                <a16:creationId xmlns:a16="http://schemas.microsoft.com/office/drawing/2014/main" id="{F27DE5CC-8FAD-9A34-92E5-EC1B69AA66A1}"/>
              </a:ext>
            </a:extLst>
          </p:cNvPr>
          <p:cNvSpPr txBox="1"/>
          <p:nvPr/>
        </p:nvSpPr>
        <p:spPr>
          <a:xfrm>
            <a:off x="5638800" y="1625600"/>
            <a:ext cx="5943600" cy="369332"/>
          </a:xfrm>
          <a:prstGeom prst="rect">
            <a:avLst/>
          </a:prstGeom>
          <a:noFill/>
        </p:spPr>
        <p:txBody>
          <a:bodyPr vert="horz" wrap="square" lIns="0" tIns="0" rIns="0" bIns="0" rtlCol="0">
            <a:noAutofit/>
          </a:bodyPr>
          <a:lstStyle/>
          <a:p>
            <a:r>
              <a:rPr lang="es-ES" sz="1500">
                <a:solidFill>
                  <a:srgbClr val="57534E"/>
                </a:solidFill>
                <a:latin typeface="Calibri" panose="020F0502020204030204" pitchFamily="34" charset="0"/>
              </a:rPr>
              <a:t>Cada filtro genera una URL compartible; valores inventados se ignoran.</a:t>
            </a:r>
          </a:p>
        </p:txBody>
      </p:sp>
      <p:sp>
        <p:nvSpPr>
          <p:cNvPr id="8" name="Oval 7">
            <a:extLst>
              <a:ext uri="{FF2B5EF4-FFF2-40B4-BE49-F238E27FC236}">
                <a16:creationId xmlns:a16="http://schemas.microsoft.com/office/drawing/2014/main" id="{F5A1EA33-3D99-FF3B-93DA-F644A13418A5}"/>
              </a:ext>
            </a:extLst>
          </p:cNvPr>
          <p:cNvSpPr/>
          <p:nvPr/>
        </p:nvSpPr>
        <p:spPr>
          <a:xfrm>
            <a:off x="4978400" y="2514600"/>
            <a:ext cx="457200" cy="457200"/>
          </a:xfrm>
          <a:prstGeom prst="ellipse">
            <a:avLst/>
          </a:prstGeom>
          <a:solidFill>
            <a:srgbClr val="7C2D12"/>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lang="es-ES" b="1">
                <a:solidFill>
                  <a:srgbClr val="FFFFFF"/>
                </a:solidFill>
                <a:latin typeface="Calibri" panose="020F0502020204030204" pitchFamily="34" charset="0"/>
              </a:rPr>
              <a:t>2</a:t>
            </a:r>
          </a:p>
        </p:txBody>
      </p:sp>
      <p:sp>
        <p:nvSpPr>
          <p:cNvPr id="9" name="TextBox 8">
            <a:extLst>
              <a:ext uri="{FF2B5EF4-FFF2-40B4-BE49-F238E27FC236}">
                <a16:creationId xmlns:a16="http://schemas.microsoft.com/office/drawing/2014/main" id="{06081D62-7F04-D970-930B-472787A9D4F4}"/>
              </a:ext>
            </a:extLst>
          </p:cNvPr>
          <p:cNvSpPr txBox="1"/>
          <p:nvPr/>
        </p:nvSpPr>
        <p:spPr>
          <a:xfrm>
            <a:off x="5638800" y="2540000"/>
            <a:ext cx="5943600" cy="369332"/>
          </a:xfrm>
          <a:prstGeom prst="rect">
            <a:avLst/>
          </a:prstGeom>
          <a:noFill/>
        </p:spPr>
        <p:txBody>
          <a:bodyPr vert="horz" wrap="square" lIns="0" tIns="0" rIns="0" bIns="0" rtlCol="0">
            <a:noAutofit/>
          </a:bodyPr>
          <a:lstStyle/>
          <a:p>
            <a:r>
              <a:rPr lang="es-ES" b="1">
                <a:solidFill>
                  <a:srgbClr val="1C1917"/>
                </a:solidFill>
                <a:latin typeface="Calibri" panose="020F0502020204030204" pitchFamily="34" charset="0"/>
              </a:rPr>
              <a:t>POST para cambiar datos</a:t>
            </a:r>
          </a:p>
        </p:txBody>
      </p:sp>
      <p:sp>
        <p:nvSpPr>
          <p:cNvPr id="10" name="TextBox 9">
            <a:extLst>
              <a:ext uri="{FF2B5EF4-FFF2-40B4-BE49-F238E27FC236}">
                <a16:creationId xmlns:a16="http://schemas.microsoft.com/office/drawing/2014/main" id="{FBF60E44-828E-671D-732B-DDCD32F51D53}"/>
              </a:ext>
            </a:extLst>
          </p:cNvPr>
          <p:cNvSpPr txBox="1"/>
          <p:nvPr/>
        </p:nvSpPr>
        <p:spPr>
          <a:xfrm>
            <a:off x="5638800" y="2870200"/>
            <a:ext cx="5943600" cy="369332"/>
          </a:xfrm>
          <a:prstGeom prst="rect">
            <a:avLst/>
          </a:prstGeom>
          <a:noFill/>
        </p:spPr>
        <p:txBody>
          <a:bodyPr vert="horz" wrap="square" lIns="0" tIns="0" rIns="0" bIns="0" rtlCol="0">
            <a:noAutofit/>
          </a:bodyPr>
          <a:lstStyle/>
          <a:p>
            <a:r>
              <a:rPr lang="es-ES" sz="1500">
                <a:solidFill>
                  <a:srgbClr val="57534E"/>
                </a:solidFill>
                <a:latin typeface="Calibri" panose="020F0502020204030204" pitchFamily="34" charset="0"/>
              </a:rPr>
              <a:t>Si algo falla: código 422, mensaje junto a cada campo y valores conservados.</a:t>
            </a:r>
          </a:p>
        </p:txBody>
      </p:sp>
      <p:sp>
        <p:nvSpPr>
          <p:cNvPr id="11" name="Oval 10">
            <a:extLst>
              <a:ext uri="{FF2B5EF4-FFF2-40B4-BE49-F238E27FC236}">
                <a16:creationId xmlns:a16="http://schemas.microsoft.com/office/drawing/2014/main" id="{6875B9CD-66AD-54D6-C3DA-E2C6BAC0FB44}"/>
              </a:ext>
            </a:extLst>
          </p:cNvPr>
          <p:cNvSpPr/>
          <p:nvPr/>
        </p:nvSpPr>
        <p:spPr>
          <a:xfrm>
            <a:off x="4978400" y="3759200"/>
            <a:ext cx="457200" cy="457200"/>
          </a:xfrm>
          <a:prstGeom prst="ellipse">
            <a:avLst/>
          </a:prstGeom>
          <a:solidFill>
            <a:srgbClr val="7C2D12"/>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lang="es-ES" b="1">
                <a:solidFill>
                  <a:srgbClr val="FFFFFF"/>
                </a:solidFill>
                <a:latin typeface="Calibri" panose="020F0502020204030204" pitchFamily="34" charset="0"/>
              </a:rPr>
              <a:t>3</a:t>
            </a:r>
          </a:p>
        </p:txBody>
      </p:sp>
      <p:sp>
        <p:nvSpPr>
          <p:cNvPr id="12" name="TextBox 11">
            <a:extLst>
              <a:ext uri="{FF2B5EF4-FFF2-40B4-BE49-F238E27FC236}">
                <a16:creationId xmlns:a16="http://schemas.microsoft.com/office/drawing/2014/main" id="{537C836E-36CA-4DE3-4EA5-589EB96371DC}"/>
              </a:ext>
            </a:extLst>
          </p:cNvPr>
          <p:cNvSpPr txBox="1"/>
          <p:nvPr/>
        </p:nvSpPr>
        <p:spPr>
          <a:xfrm>
            <a:off x="5638800" y="3784600"/>
            <a:ext cx="5943600" cy="369332"/>
          </a:xfrm>
          <a:prstGeom prst="rect">
            <a:avLst/>
          </a:prstGeom>
          <a:noFill/>
        </p:spPr>
        <p:txBody>
          <a:bodyPr vert="horz" wrap="square" lIns="0" tIns="0" rIns="0" bIns="0" rtlCol="0">
            <a:noAutofit/>
          </a:bodyPr>
          <a:lstStyle/>
          <a:p>
            <a:r>
              <a:rPr lang="es-ES" b="1">
                <a:solidFill>
                  <a:srgbClr val="1C1917"/>
                </a:solidFill>
                <a:latin typeface="Calibri" panose="020F0502020204030204" pitchFamily="34" charset="0"/>
              </a:rPr>
              <a:t>Saneamiento</a:t>
            </a:r>
          </a:p>
        </p:txBody>
      </p:sp>
      <p:sp>
        <p:nvSpPr>
          <p:cNvPr id="13" name="TextBox 12">
            <a:extLst>
              <a:ext uri="{FF2B5EF4-FFF2-40B4-BE49-F238E27FC236}">
                <a16:creationId xmlns:a16="http://schemas.microsoft.com/office/drawing/2014/main" id="{81AFBECB-7357-D34B-2A62-433A55D85CBC}"/>
              </a:ext>
            </a:extLst>
          </p:cNvPr>
          <p:cNvSpPr txBox="1"/>
          <p:nvPr/>
        </p:nvSpPr>
        <p:spPr>
          <a:xfrm>
            <a:off x="5638800" y="4114800"/>
            <a:ext cx="5943600" cy="369332"/>
          </a:xfrm>
          <a:prstGeom prst="rect">
            <a:avLst/>
          </a:prstGeom>
          <a:noFill/>
        </p:spPr>
        <p:txBody>
          <a:bodyPr vert="horz" wrap="square" lIns="0" tIns="0" rIns="0" bIns="0" rtlCol="0">
            <a:noAutofit/>
          </a:bodyPr>
          <a:lstStyle/>
          <a:p>
            <a:r>
              <a:rPr lang="es-ES" sz="1500">
                <a:solidFill>
                  <a:srgbClr val="57534E"/>
                </a:solidFill>
                <a:latin typeface="Calibri" panose="020F0502020204030204" pitchFamily="34" charset="0"/>
              </a:rPr>
              <a:t>Recorta espacios, código en mayúsculas, acepta «1.250,50», quita etiquetas HTML.</a:t>
            </a:r>
          </a:p>
        </p:txBody>
      </p:sp>
      <p:sp>
        <p:nvSpPr>
          <p:cNvPr id="14" name="Oval 13">
            <a:extLst>
              <a:ext uri="{FF2B5EF4-FFF2-40B4-BE49-F238E27FC236}">
                <a16:creationId xmlns:a16="http://schemas.microsoft.com/office/drawing/2014/main" id="{F9B59016-6DF1-9CC2-173D-DB554C792F40}"/>
              </a:ext>
            </a:extLst>
          </p:cNvPr>
          <p:cNvSpPr/>
          <p:nvPr/>
        </p:nvSpPr>
        <p:spPr>
          <a:xfrm>
            <a:off x="4978400" y="5003800"/>
            <a:ext cx="457200" cy="457200"/>
          </a:xfrm>
          <a:prstGeom prst="ellipse">
            <a:avLst/>
          </a:prstGeom>
          <a:solidFill>
            <a:srgbClr val="7C2D12"/>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lang="es-ES" b="1">
                <a:solidFill>
                  <a:srgbClr val="FFFFFF"/>
                </a:solidFill>
                <a:latin typeface="Calibri" panose="020F0502020204030204" pitchFamily="34" charset="0"/>
              </a:rPr>
              <a:t>4</a:t>
            </a:r>
          </a:p>
        </p:txBody>
      </p:sp>
      <p:sp>
        <p:nvSpPr>
          <p:cNvPr id="15" name="TextBox 14">
            <a:extLst>
              <a:ext uri="{FF2B5EF4-FFF2-40B4-BE49-F238E27FC236}">
                <a16:creationId xmlns:a16="http://schemas.microsoft.com/office/drawing/2014/main" id="{DA559ACA-A024-A3DE-6DC1-E2FC40483650}"/>
              </a:ext>
            </a:extLst>
          </p:cNvPr>
          <p:cNvSpPr txBox="1"/>
          <p:nvPr/>
        </p:nvSpPr>
        <p:spPr>
          <a:xfrm>
            <a:off x="5638800" y="5029200"/>
            <a:ext cx="5943600" cy="369332"/>
          </a:xfrm>
          <a:prstGeom prst="rect">
            <a:avLst/>
          </a:prstGeom>
          <a:noFill/>
        </p:spPr>
        <p:txBody>
          <a:bodyPr vert="horz" wrap="square" lIns="0" tIns="0" rIns="0" bIns="0" rtlCol="0">
            <a:noAutofit/>
          </a:bodyPr>
          <a:lstStyle/>
          <a:p>
            <a:r>
              <a:rPr lang="es-ES" b="1">
                <a:solidFill>
                  <a:srgbClr val="1C1917"/>
                </a:solidFill>
                <a:latin typeface="Calibri" panose="020F0502020204030204" pitchFamily="34" charset="0"/>
              </a:rPr>
              <a:t>Patrón PRG</a:t>
            </a:r>
          </a:p>
        </p:txBody>
      </p:sp>
      <p:sp>
        <p:nvSpPr>
          <p:cNvPr id="16" name="TextBox 15">
            <a:extLst>
              <a:ext uri="{FF2B5EF4-FFF2-40B4-BE49-F238E27FC236}">
                <a16:creationId xmlns:a16="http://schemas.microsoft.com/office/drawing/2014/main" id="{BE05ECF0-C692-4148-7DD9-7FC8105AF47B}"/>
              </a:ext>
            </a:extLst>
          </p:cNvPr>
          <p:cNvSpPr txBox="1"/>
          <p:nvPr/>
        </p:nvSpPr>
        <p:spPr>
          <a:xfrm>
            <a:off x="5638800" y="5359400"/>
            <a:ext cx="5943600" cy="369332"/>
          </a:xfrm>
          <a:prstGeom prst="rect">
            <a:avLst/>
          </a:prstGeom>
          <a:noFill/>
        </p:spPr>
        <p:txBody>
          <a:bodyPr vert="horz" wrap="square" lIns="0" tIns="0" rIns="0" bIns="0" rtlCol="0">
            <a:noAutofit/>
          </a:bodyPr>
          <a:lstStyle/>
          <a:p>
            <a:r>
              <a:rPr lang="es-ES" sz="1500">
                <a:solidFill>
                  <a:srgbClr val="57534E"/>
                </a:solidFill>
                <a:latin typeface="Calibri" panose="020F0502020204030204" pitchFamily="34" charset="0"/>
              </a:rPr>
              <a:t>Tras guardar, redirección 303: recargar la página no duplica el registro.</a:t>
            </a:r>
          </a:p>
        </p:txBody>
      </p:sp>
    </p:spTree>
    <p:extLst>
      <p:ext uri="{BB962C8B-B14F-4D97-AF65-F5344CB8AC3E}">
        <p14:creationId xmlns:p14="http://schemas.microsoft.com/office/powerpoint/2010/main" val="188971216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AFAF9"/>
        </a:solidFill>
        <a:effectLst/>
      </p:bgPr>
    </p:bg>
    <p:spTree>
      <p:nvGrpSpPr>
        <p:cNvPr id="1" name=""/>
        <p:cNvGrpSpPr/>
        <p:nvPr/>
      </p:nvGrpSpPr>
      <p:grpSpPr>
        <a:xfrm>
          <a:off x="0" y="0"/>
          <a:ext cx="0" cy="0"/>
          <a:chOff x="0" y="0"/>
          <a:chExt cx="0" cy="0"/>
        </a:xfrm>
      </p:grpSpPr>
      <p:sp>
        <p:nvSpPr>
          <p:cNvPr id="2" name="Título">
            <a:extLst>
              <a:ext uri="{FF2B5EF4-FFF2-40B4-BE49-F238E27FC236}">
                <a16:creationId xmlns:a16="http://schemas.microsoft.com/office/drawing/2014/main" id="{57344FCD-B6BD-7D3F-5591-FC0988E85E0A}"/>
              </a:ext>
            </a:extLst>
          </p:cNvPr>
          <p:cNvSpPr txBox="1"/>
          <p:nvPr/>
        </p:nvSpPr>
        <p:spPr>
          <a:xfrm>
            <a:off x="609600" y="431800"/>
            <a:ext cx="10972800" cy="369332"/>
          </a:xfrm>
          <a:prstGeom prst="rect">
            <a:avLst/>
          </a:prstGeom>
          <a:noFill/>
        </p:spPr>
        <p:txBody>
          <a:bodyPr vert="horz" wrap="square" lIns="0" tIns="0" rIns="0" bIns="0" rtlCol="0">
            <a:noAutofit/>
          </a:bodyPr>
          <a:lstStyle/>
          <a:p>
            <a:r>
              <a:rPr lang="es-ES" sz="3400" b="1">
                <a:solidFill>
                  <a:srgbClr val="1C1917"/>
                </a:solidFill>
                <a:latin typeface="Calibri" panose="020F0502020204030204" pitchFamily="34" charset="0"/>
              </a:rPr>
              <a:t>Subida segura de la foto</a:t>
            </a:r>
          </a:p>
        </p:txBody>
      </p:sp>
      <p:sp>
        <p:nvSpPr>
          <p:cNvPr id="3" name="TextBox 2">
            <a:extLst>
              <a:ext uri="{FF2B5EF4-FFF2-40B4-BE49-F238E27FC236}">
                <a16:creationId xmlns:a16="http://schemas.microsoft.com/office/drawing/2014/main" id="{B8E65D14-F6B4-17A9-D1CB-7EE823B6BFED}"/>
              </a:ext>
            </a:extLst>
          </p:cNvPr>
          <p:cNvSpPr txBox="1"/>
          <p:nvPr/>
        </p:nvSpPr>
        <p:spPr>
          <a:xfrm>
            <a:off x="609600" y="1117600"/>
            <a:ext cx="10972800" cy="369332"/>
          </a:xfrm>
          <a:prstGeom prst="rect">
            <a:avLst/>
          </a:prstGeom>
          <a:noFill/>
        </p:spPr>
        <p:txBody>
          <a:bodyPr vert="horz" wrap="square" lIns="0" tIns="0" rIns="0" bIns="0" rtlCol="0">
            <a:noAutofit/>
          </a:bodyPr>
          <a:lstStyle/>
          <a:p>
            <a:r>
              <a:rPr lang="es-ES" sz="1600">
                <a:solidFill>
                  <a:srgbClr val="57534E"/>
                </a:solidFill>
                <a:latin typeface="Calibri" panose="020F0502020204030204" pitchFamily="34" charset="0"/>
              </a:rPr>
              <a:t>Nada de lo que dice el navegador sobre el archivo es confiable</a:t>
            </a:r>
          </a:p>
        </p:txBody>
      </p:sp>
      <p:sp>
        <p:nvSpPr>
          <p:cNvPr id="4" name="Rectangle: Rounded Corners 3">
            <a:extLst>
              <a:ext uri="{FF2B5EF4-FFF2-40B4-BE49-F238E27FC236}">
                <a16:creationId xmlns:a16="http://schemas.microsoft.com/office/drawing/2014/main" id="{15BB00C0-1710-B60C-8ECC-9737D87FC402}"/>
              </a:ext>
            </a:extLst>
          </p:cNvPr>
          <p:cNvSpPr/>
          <p:nvPr/>
        </p:nvSpPr>
        <p:spPr>
          <a:xfrm>
            <a:off x="609600" y="1778000"/>
            <a:ext cx="2032000" cy="2159000"/>
          </a:xfrm>
          <a:prstGeom prst="roundRect">
            <a:avLst>
              <a:gd name="adj" fmla="val 8000"/>
            </a:avLst>
          </a:prstGeom>
          <a:solidFill>
            <a:srgbClr val="FFFFFF"/>
          </a:solidFill>
          <a:ln w="12700">
            <a:solidFill>
              <a:srgbClr val="E7E5E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5" name="Oval 4">
            <a:extLst>
              <a:ext uri="{FF2B5EF4-FFF2-40B4-BE49-F238E27FC236}">
                <a16:creationId xmlns:a16="http://schemas.microsoft.com/office/drawing/2014/main" id="{7904BAEC-B979-866E-B9DF-6A7E4C5913D8}"/>
              </a:ext>
            </a:extLst>
          </p:cNvPr>
          <p:cNvSpPr/>
          <p:nvPr/>
        </p:nvSpPr>
        <p:spPr>
          <a:xfrm>
            <a:off x="1346200" y="1981200"/>
            <a:ext cx="558800" cy="558800"/>
          </a:xfrm>
          <a:prstGeom prst="ellipse">
            <a:avLst/>
          </a:prstGeom>
          <a:solidFill>
            <a:srgbClr val="7C2D12"/>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lang="es-ES" sz="2000" b="1">
                <a:solidFill>
                  <a:srgbClr val="FFFFFF"/>
                </a:solidFill>
                <a:latin typeface="Calibri" panose="020F0502020204030204" pitchFamily="34" charset="0"/>
              </a:rPr>
              <a:t>1</a:t>
            </a:r>
          </a:p>
        </p:txBody>
      </p:sp>
      <p:sp>
        <p:nvSpPr>
          <p:cNvPr id="6" name="TextBox 5">
            <a:extLst>
              <a:ext uri="{FF2B5EF4-FFF2-40B4-BE49-F238E27FC236}">
                <a16:creationId xmlns:a16="http://schemas.microsoft.com/office/drawing/2014/main" id="{2A25A985-D1FC-2A3A-B62B-114A535B60D4}"/>
              </a:ext>
            </a:extLst>
          </p:cNvPr>
          <p:cNvSpPr txBox="1"/>
          <p:nvPr/>
        </p:nvSpPr>
        <p:spPr>
          <a:xfrm>
            <a:off x="736600" y="2717800"/>
            <a:ext cx="1778000" cy="369332"/>
          </a:xfrm>
          <a:prstGeom prst="rect">
            <a:avLst/>
          </a:prstGeom>
          <a:noFill/>
        </p:spPr>
        <p:txBody>
          <a:bodyPr vert="horz" wrap="square" lIns="0" tIns="0" rIns="0" bIns="0" rtlCol="0">
            <a:noAutofit/>
          </a:bodyPr>
          <a:lstStyle/>
          <a:p>
            <a:pPr algn="ctr"/>
            <a:r>
              <a:rPr lang="es-ES" sz="1700" b="1">
                <a:solidFill>
                  <a:srgbClr val="1C1917"/>
                </a:solidFill>
                <a:latin typeface="Calibri" panose="020F0502020204030204" pitchFamily="34" charset="0"/>
              </a:rPr>
              <a:t>Tipo real</a:t>
            </a:r>
          </a:p>
        </p:txBody>
      </p:sp>
      <p:sp>
        <p:nvSpPr>
          <p:cNvPr id="7" name="TextBox 6">
            <a:extLst>
              <a:ext uri="{FF2B5EF4-FFF2-40B4-BE49-F238E27FC236}">
                <a16:creationId xmlns:a16="http://schemas.microsoft.com/office/drawing/2014/main" id="{E757EF7A-0FF5-1E28-AA5D-9E8C75D166F4}"/>
              </a:ext>
            </a:extLst>
          </p:cNvPr>
          <p:cNvSpPr txBox="1"/>
          <p:nvPr/>
        </p:nvSpPr>
        <p:spPr>
          <a:xfrm>
            <a:off x="762000" y="3098800"/>
            <a:ext cx="1727200" cy="369332"/>
          </a:xfrm>
          <a:prstGeom prst="rect">
            <a:avLst/>
          </a:prstGeom>
          <a:noFill/>
        </p:spPr>
        <p:txBody>
          <a:bodyPr vert="horz" wrap="square" lIns="0" tIns="0" rIns="0" bIns="0" rtlCol="0">
            <a:noAutofit/>
          </a:bodyPr>
          <a:lstStyle/>
          <a:p>
            <a:pPr algn="ctr"/>
            <a:r>
              <a:rPr lang="es-ES" sz="1400">
                <a:solidFill>
                  <a:srgbClr val="57534E"/>
                </a:solidFill>
                <a:latin typeface="Calibri" panose="020F0502020204030204" pitchFamily="34" charset="0"/>
              </a:rPr>
              <a:t>finfo + getimagesize, no la extensión</a:t>
            </a:r>
          </a:p>
        </p:txBody>
      </p:sp>
      <p:sp>
        <p:nvSpPr>
          <p:cNvPr id="8" name="Rectangle: Rounded Corners 7">
            <a:extLst>
              <a:ext uri="{FF2B5EF4-FFF2-40B4-BE49-F238E27FC236}">
                <a16:creationId xmlns:a16="http://schemas.microsoft.com/office/drawing/2014/main" id="{2C4C0E69-0869-C849-357B-AB735E4FD3E1}"/>
              </a:ext>
            </a:extLst>
          </p:cNvPr>
          <p:cNvSpPr/>
          <p:nvPr/>
        </p:nvSpPr>
        <p:spPr>
          <a:xfrm>
            <a:off x="2844800" y="1778000"/>
            <a:ext cx="2032000" cy="2159000"/>
          </a:xfrm>
          <a:prstGeom prst="roundRect">
            <a:avLst>
              <a:gd name="adj" fmla="val 8000"/>
            </a:avLst>
          </a:prstGeom>
          <a:solidFill>
            <a:srgbClr val="FFFFFF"/>
          </a:solidFill>
          <a:ln w="12700">
            <a:solidFill>
              <a:srgbClr val="E7E5E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9" name="Oval 8">
            <a:extLst>
              <a:ext uri="{FF2B5EF4-FFF2-40B4-BE49-F238E27FC236}">
                <a16:creationId xmlns:a16="http://schemas.microsoft.com/office/drawing/2014/main" id="{5752EBC7-B4B0-7AC4-F583-B1F4A8F6A81E}"/>
              </a:ext>
            </a:extLst>
          </p:cNvPr>
          <p:cNvSpPr/>
          <p:nvPr/>
        </p:nvSpPr>
        <p:spPr>
          <a:xfrm>
            <a:off x="3581400" y="1981200"/>
            <a:ext cx="558800" cy="558800"/>
          </a:xfrm>
          <a:prstGeom prst="ellipse">
            <a:avLst/>
          </a:prstGeom>
          <a:solidFill>
            <a:srgbClr val="7C2D12"/>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lang="es-ES" sz="2000" b="1">
                <a:solidFill>
                  <a:srgbClr val="FFFFFF"/>
                </a:solidFill>
                <a:latin typeface="Calibri" panose="020F0502020204030204" pitchFamily="34" charset="0"/>
              </a:rPr>
              <a:t>2</a:t>
            </a:r>
          </a:p>
        </p:txBody>
      </p:sp>
      <p:sp>
        <p:nvSpPr>
          <p:cNvPr id="10" name="TextBox 9">
            <a:extLst>
              <a:ext uri="{FF2B5EF4-FFF2-40B4-BE49-F238E27FC236}">
                <a16:creationId xmlns:a16="http://schemas.microsoft.com/office/drawing/2014/main" id="{2873DE6A-D9AD-B826-A9F6-B9F27BCAC3C6}"/>
              </a:ext>
            </a:extLst>
          </p:cNvPr>
          <p:cNvSpPr txBox="1"/>
          <p:nvPr/>
        </p:nvSpPr>
        <p:spPr>
          <a:xfrm>
            <a:off x="2971800" y="2717800"/>
            <a:ext cx="1778000" cy="369332"/>
          </a:xfrm>
          <a:prstGeom prst="rect">
            <a:avLst/>
          </a:prstGeom>
          <a:noFill/>
        </p:spPr>
        <p:txBody>
          <a:bodyPr vert="horz" wrap="square" lIns="0" tIns="0" rIns="0" bIns="0" rtlCol="0">
            <a:noAutofit/>
          </a:bodyPr>
          <a:lstStyle/>
          <a:p>
            <a:pPr algn="ctr"/>
            <a:r>
              <a:rPr lang="es-ES" sz="1700" b="1">
                <a:solidFill>
                  <a:srgbClr val="1C1917"/>
                </a:solidFill>
                <a:latin typeface="Calibri" panose="020F0502020204030204" pitchFamily="34" charset="0"/>
              </a:rPr>
              <a:t>Máx. 2 MB</a:t>
            </a:r>
          </a:p>
        </p:txBody>
      </p:sp>
      <p:sp>
        <p:nvSpPr>
          <p:cNvPr id="11" name="TextBox 10">
            <a:extLst>
              <a:ext uri="{FF2B5EF4-FFF2-40B4-BE49-F238E27FC236}">
                <a16:creationId xmlns:a16="http://schemas.microsoft.com/office/drawing/2014/main" id="{1D95707C-D613-1BB7-6565-73859E6837C4}"/>
              </a:ext>
            </a:extLst>
          </p:cNvPr>
          <p:cNvSpPr txBox="1"/>
          <p:nvPr/>
        </p:nvSpPr>
        <p:spPr>
          <a:xfrm>
            <a:off x="2997200" y="3098800"/>
            <a:ext cx="1727200" cy="369332"/>
          </a:xfrm>
          <a:prstGeom prst="rect">
            <a:avLst/>
          </a:prstGeom>
          <a:noFill/>
        </p:spPr>
        <p:txBody>
          <a:bodyPr vert="horz" wrap="square" lIns="0" tIns="0" rIns="0" bIns="0" rtlCol="0">
            <a:noAutofit/>
          </a:bodyPr>
          <a:lstStyle/>
          <a:p>
            <a:pPr algn="ctr"/>
            <a:r>
              <a:rPr lang="es-ES" sz="1400">
                <a:solidFill>
                  <a:srgbClr val="57534E"/>
                </a:solidFill>
                <a:latin typeface="Calibri" panose="020F0502020204030204" pitchFamily="34" charset="0"/>
              </a:rPr>
              <a:t>se rechaza antes de guardar</a:t>
            </a:r>
          </a:p>
        </p:txBody>
      </p:sp>
      <p:sp>
        <p:nvSpPr>
          <p:cNvPr id="12" name="Rectangle: Rounded Corners 11">
            <a:extLst>
              <a:ext uri="{FF2B5EF4-FFF2-40B4-BE49-F238E27FC236}">
                <a16:creationId xmlns:a16="http://schemas.microsoft.com/office/drawing/2014/main" id="{4044ABF3-0F81-EA2C-BAAC-DFE55C2FA8A1}"/>
              </a:ext>
            </a:extLst>
          </p:cNvPr>
          <p:cNvSpPr/>
          <p:nvPr/>
        </p:nvSpPr>
        <p:spPr>
          <a:xfrm>
            <a:off x="5080000" y="1778000"/>
            <a:ext cx="2032000" cy="2159000"/>
          </a:xfrm>
          <a:prstGeom prst="roundRect">
            <a:avLst>
              <a:gd name="adj" fmla="val 8000"/>
            </a:avLst>
          </a:prstGeom>
          <a:solidFill>
            <a:srgbClr val="FFFFFF"/>
          </a:solidFill>
          <a:ln w="12700">
            <a:solidFill>
              <a:srgbClr val="E7E5E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3" name="Oval 12">
            <a:extLst>
              <a:ext uri="{FF2B5EF4-FFF2-40B4-BE49-F238E27FC236}">
                <a16:creationId xmlns:a16="http://schemas.microsoft.com/office/drawing/2014/main" id="{7EBDEE1D-A567-9E4D-B594-F74B4A135903}"/>
              </a:ext>
            </a:extLst>
          </p:cNvPr>
          <p:cNvSpPr/>
          <p:nvPr/>
        </p:nvSpPr>
        <p:spPr>
          <a:xfrm>
            <a:off x="5816600" y="1981200"/>
            <a:ext cx="558800" cy="558800"/>
          </a:xfrm>
          <a:prstGeom prst="ellipse">
            <a:avLst/>
          </a:prstGeom>
          <a:solidFill>
            <a:srgbClr val="7C2D12"/>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lang="es-ES" sz="2000" b="1">
                <a:solidFill>
                  <a:srgbClr val="FFFFFF"/>
                </a:solidFill>
                <a:latin typeface="Calibri" panose="020F0502020204030204" pitchFamily="34" charset="0"/>
              </a:rPr>
              <a:t>3</a:t>
            </a:r>
          </a:p>
        </p:txBody>
      </p:sp>
      <p:sp>
        <p:nvSpPr>
          <p:cNvPr id="14" name="TextBox 13">
            <a:extLst>
              <a:ext uri="{FF2B5EF4-FFF2-40B4-BE49-F238E27FC236}">
                <a16:creationId xmlns:a16="http://schemas.microsoft.com/office/drawing/2014/main" id="{A3607EDE-E932-A0B2-25D2-9D65D778A46D}"/>
              </a:ext>
            </a:extLst>
          </p:cNvPr>
          <p:cNvSpPr txBox="1"/>
          <p:nvPr/>
        </p:nvSpPr>
        <p:spPr>
          <a:xfrm>
            <a:off x="5207000" y="2717800"/>
            <a:ext cx="1778000" cy="369332"/>
          </a:xfrm>
          <a:prstGeom prst="rect">
            <a:avLst/>
          </a:prstGeom>
          <a:noFill/>
        </p:spPr>
        <p:txBody>
          <a:bodyPr vert="horz" wrap="square" lIns="0" tIns="0" rIns="0" bIns="0" rtlCol="0">
            <a:noAutofit/>
          </a:bodyPr>
          <a:lstStyle/>
          <a:p>
            <a:pPr algn="ctr"/>
            <a:r>
              <a:rPr lang="es-ES" sz="1700" b="1">
                <a:solidFill>
                  <a:srgbClr val="1C1917"/>
                </a:solidFill>
                <a:latin typeface="Calibri" panose="020F0502020204030204" pitchFamily="34" charset="0"/>
              </a:rPr>
              <a:t>Nombre nuevo</a:t>
            </a:r>
          </a:p>
        </p:txBody>
      </p:sp>
      <p:sp>
        <p:nvSpPr>
          <p:cNvPr id="15" name="TextBox 14">
            <a:extLst>
              <a:ext uri="{FF2B5EF4-FFF2-40B4-BE49-F238E27FC236}">
                <a16:creationId xmlns:a16="http://schemas.microsoft.com/office/drawing/2014/main" id="{F934B9CC-A163-8566-B6F4-AF19D6EDD8BD}"/>
              </a:ext>
            </a:extLst>
          </p:cNvPr>
          <p:cNvSpPr txBox="1"/>
          <p:nvPr/>
        </p:nvSpPr>
        <p:spPr>
          <a:xfrm>
            <a:off x="5232400" y="3098800"/>
            <a:ext cx="1727200" cy="369332"/>
          </a:xfrm>
          <a:prstGeom prst="rect">
            <a:avLst/>
          </a:prstGeom>
          <a:noFill/>
        </p:spPr>
        <p:txBody>
          <a:bodyPr vert="horz" wrap="square" lIns="0" tIns="0" rIns="0" bIns="0" rtlCol="0">
            <a:noAutofit/>
          </a:bodyPr>
          <a:lstStyle/>
          <a:p>
            <a:pPr algn="ctr"/>
            <a:r>
              <a:rPr lang="es-ES" sz="1400">
                <a:solidFill>
                  <a:srgbClr val="57534E"/>
                </a:solidFill>
                <a:latin typeface="Calibri" panose="020F0502020204030204" pitchFamily="34" charset="0"/>
              </a:rPr>
              <a:t>24 hex aleatorios con random_bytes</a:t>
            </a:r>
          </a:p>
        </p:txBody>
      </p:sp>
      <p:sp>
        <p:nvSpPr>
          <p:cNvPr id="16" name="Rectangle: Rounded Corners 15">
            <a:extLst>
              <a:ext uri="{FF2B5EF4-FFF2-40B4-BE49-F238E27FC236}">
                <a16:creationId xmlns:a16="http://schemas.microsoft.com/office/drawing/2014/main" id="{95E14824-5CDE-55E4-2B99-4B4071CD4465}"/>
              </a:ext>
            </a:extLst>
          </p:cNvPr>
          <p:cNvSpPr/>
          <p:nvPr/>
        </p:nvSpPr>
        <p:spPr>
          <a:xfrm>
            <a:off x="7315200" y="1778000"/>
            <a:ext cx="2032000" cy="2159000"/>
          </a:xfrm>
          <a:prstGeom prst="roundRect">
            <a:avLst>
              <a:gd name="adj" fmla="val 8000"/>
            </a:avLst>
          </a:prstGeom>
          <a:solidFill>
            <a:srgbClr val="FFFFFF"/>
          </a:solidFill>
          <a:ln w="12700">
            <a:solidFill>
              <a:srgbClr val="E7E5E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7" name="Oval 16">
            <a:extLst>
              <a:ext uri="{FF2B5EF4-FFF2-40B4-BE49-F238E27FC236}">
                <a16:creationId xmlns:a16="http://schemas.microsoft.com/office/drawing/2014/main" id="{C1FC52D7-B81A-E505-90A4-376B89A2C5BC}"/>
              </a:ext>
            </a:extLst>
          </p:cNvPr>
          <p:cNvSpPr/>
          <p:nvPr/>
        </p:nvSpPr>
        <p:spPr>
          <a:xfrm>
            <a:off x="8051800" y="1981200"/>
            <a:ext cx="558800" cy="558800"/>
          </a:xfrm>
          <a:prstGeom prst="ellipse">
            <a:avLst/>
          </a:prstGeom>
          <a:solidFill>
            <a:srgbClr val="7C2D12"/>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lang="es-ES" sz="2000" b="1">
                <a:solidFill>
                  <a:srgbClr val="FFFFFF"/>
                </a:solidFill>
                <a:latin typeface="Calibri" panose="020F0502020204030204" pitchFamily="34" charset="0"/>
              </a:rPr>
              <a:t>4</a:t>
            </a:r>
          </a:p>
        </p:txBody>
      </p:sp>
      <p:sp>
        <p:nvSpPr>
          <p:cNvPr id="18" name="TextBox 17">
            <a:extLst>
              <a:ext uri="{FF2B5EF4-FFF2-40B4-BE49-F238E27FC236}">
                <a16:creationId xmlns:a16="http://schemas.microsoft.com/office/drawing/2014/main" id="{2FE99082-C7F4-9815-A616-B782D2A23E4D}"/>
              </a:ext>
            </a:extLst>
          </p:cNvPr>
          <p:cNvSpPr txBox="1"/>
          <p:nvPr/>
        </p:nvSpPr>
        <p:spPr>
          <a:xfrm>
            <a:off x="7442200" y="2717800"/>
            <a:ext cx="1778000" cy="369332"/>
          </a:xfrm>
          <a:prstGeom prst="rect">
            <a:avLst/>
          </a:prstGeom>
          <a:noFill/>
        </p:spPr>
        <p:txBody>
          <a:bodyPr vert="horz" wrap="square" lIns="0" tIns="0" rIns="0" bIns="0" rtlCol="0">
            <a:noAutofit/>
          </a:bodyPr>
          <a:lstStyle/>
          <a:p>
            <a:pPr algn="ctr"/>
            <a:r>
              <a:rPr lang="es-ES" sz="1700" b="1">
                <a:solidFill>
                  <a:srgbClr val="1C1917"/>
                </a:solidFill>
                <a:latin typeface="Calibri" panose="020F0502020204030204" pitchFamily="34" charset="0"/>
              </a:rPr>
              <a:t>Fuera de public/</a:t>
            </a:r>
          </a:p>
        </p:txBody>
      </p:sp>
      <p:sp>
        <p:nvSpPr>
          <p:cNvPr id="19" name="TextBox 18">
            <a:extLst>
              <a:ext uri="{FF2B5EF4-FFF2-40B4-BE49-F238E27FC236}">
                <a16:creationId xmlns:a16="http://schemas.microsoft.com/office/drawing/2014/main" id="{E9A8BD4A-8BCC-7110-E303-2591420735EE}"/>
              </a:ext>
            </a:extLst>
          </p:cNvPr>
          <p:cNvSpPr txBox="1"/>
          <p:nvPr/>
        </p:nvSpPr>
        <p:spPr>
          <a:xfrm>
            <a:off x="7467600" y="3098800"/>
            <a:ext cx="1727200" cy="369332"/>
          </a:xfrm>
          <a:prstGeom prst="rect">
            <a:avLst/>
          </a:prstGeom>
          <a:noFill/>
        </p:spPr>
        <p:txBody>
          <a:bodyPr vert="horz" wrap="square" lIns="0" tIns="0" rIns="0" bIns="0" rtlCol="0">
            <a:noAutofit/>
          </a:bodyPr>
          <a:lstStyle/>
          <a:p>
            <a:pPr algn="ctr"/>
            <a:r>
              <a:rPr lang="es-ES" sz="1400">
                <a:solidFill>
                  <a:srgbClr val="57534E"/>
                </a:solidFill>
                <a:latin typeface="Calibri" panose="020F0502020204030204" pitchFamily="34" charset="0"/>
              </a:rPr>
              <a:t>en datos/fotos, no ejecutable</a:t>
            </a:r>
          </a:p>
        </p:txBody>
      </p:sp>
      <p:sp>
        <p:nvSpPr>
          <p:cNvPr id="20" name="Rectangle: Rounded Corners 19">
            <a:extLst>
              <a:ext uri="{FF2B5EF4-FFF2-40B4-BE49-F238E27FC236}">
                <a16:creationId xmlns:a16="http://schemas.microsoft.com/office/drawing/2014/main" id="{74566744-8802-7F4D-5FFE-2247DE3A7C0A}"/>
              </a:ext>
            </a:extLst>
          </p:cNvPr>
          <p:cNvSpPr/>
          <p:nvPr/>
        </p:nvSpPr>
        <p:spPr>
          <a:xfrm>
            <a:off x="9550400" y="1778000"/>
            <a:ext cx="2032000" cy="2159000"/>
          </a:xfrm>
          <a:prstGeom prst="roundRect">
            <a:avLst>
              <a:gd name="adj" fmla="val 8000"/>
            </a:avLst>
          </a:prstGeom>
          <a:solidFill>
            <a:srgbClr val="FFFFFF"/>
          </a:solidFill>
          <a:ln w="12700">
            <a:solidFill>
              <a:srgbClr val="E7E5E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21" name="Oval 20">
            <a:extLst>
              <a:ext uri="{FF2B5EF4-FFF2-40B4-BE49-F238E27FC236}">
                <a16:creationId xmlns:a16="http://schemas.microsoft.com/office/drawing/2014/main" id="{75018F83-AE16-6002-7EB8-79D0CAE07AA6}"/>
              </a:ext>
            </a:extLst>
          </p:cNvPr>
          <p:cNvSpPr/>
          <p:nvPr/>
        </p:nvSpPr>
        <p:spPr>
          <a:xfrm>
            <a:off x="10287000" y="1981200"/>
            <a:ext cx="558800" cy="558800"/>
          </a:xfrm>
          <a:prstGeom prst="ellipse">
            <a:avLst/>
          </a:prstGeom>
          <a:solidFill>
            <a:srgbClr val="7C2D12"/>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lang="es-ES" sz="2000" b="1">
                <a:solidFill>
                  <a:srgbClr val="FFFFFF"/>
                </a:solidFill>
                <a:latin typeface="Calibri" panose="020F0502020204030204" pitchFamily="34" charset="0"/>
              </a:rPr>
              <a:t>5</a:t>
            </a:r>
          </a:p>
        </p:txBody>
      </p:sp>
      <p:sp>
        <p:nvSpPr>
          <p:cNvPr id="22" name="TextBox 21">
            <a:extLst>
              <a:ext uri="{FF2B5EF4-FFF2-40B4-BE49-F238E27FC236}">
                <a16:creationId xmlns:a16="http://schemas.microsoft.com/office/drawing/2014/main" id="{710051E0-944F-CAD8-5A09-9FAAE014A854}"/>
              </a:ext>
            </a:extLst>
          </p:cNvPr>
          <p:cNvSpPr txBox="1"/>
          <p:nvPr/>
        </p:nvSpPr>
        <p:spPr>
          <a:xfrm>
            <a:off x="9677400" y="2717800"/>
            <a:ext cx="1778000" cy="369332"/>
          </a:xfrm>
          <a:prstGeom prst="rect">
            <a:avLst/>
          </a:prstGeom>
          <a:noFill/>
        </p:spPr>
        <p:txBody>
          <a:bodyPr vert="horz" wrap="square" lIns="0" tIns="0" rIns="0" bIns="0" rtlCol="0">
            <a:noAutofit/>
          </a:bodyPr>
          <a:lstStyle/>
          <a:p>
            <a:pPr algn="ctr"/>
            <a:r>
              <a:rPr lang="es-ES" sz="1700" b="1">
                <a:solidFill>
                  <a:srgbClr val="1C1917"/>
                </a:solidFill>
                <a:latin typeface="Calibri" panose="020F0502020204030204" pitchFamily="34" charset="0"/>
              </a:rPr>
              <a:t>foto.php</a:t>
            </a:r>
          </a:p>
        </p:txBody>
      </p:sp>
      <p:sp>
        <p:nvSpPr>
          <p:cNvPr id="23" name="TextBox 22">
            <a:extLst>
              <a:ext uri="{FF2B5EF4-FFF2-40B4-BE49-F238E27FC236}">
                <a16:creationId xmlns:a16="http://schemas.microsoft.com/office/drawing/2014/main" id="{5A46BB8B-25D5-D9EA-D3A4-46795DAC9BAF}"/>
              </a:ext>
            </a:extLst>
          </p:cNvPr>
          <p:cNvSpPr txBox="1"/>
          <p:nvPr/>
        </p:nvSpPr>
        <p:spPr>
          <a:xfrm>
            <a:off x="9702800" y="3098800"/>
            <a:ext cx="1727200" cy="369332"/>
          </a:xfrm>
          <a:prstGeom prst="rect">
            <a:avLst/>
          </a:prstGeom>
          <a:noFill/>
        </p:spPr>
        <p:txBody>
          <a:bodyPr vert="horz" wrap="square" lIns="0" tIns="0" rIns="0" bIns="0" rtlCol="0">
            <a:noAutofit/>
          </a:bodyPr>
          <a:lstStyle/>
          <a:p>
            <a:pPr algn="ctr"/>
            <a:r>
              <a:rPr lang="es-ES" sz="1400">
                <a:solidFill>
                  <a:srgbClr val="57534E"/>
                </a:solidFill>
                <a:latin typeface="Calibri" panose="020F0502020204030204" pitchFamily="34" charset="0"/>
              </a:rPr>
              <a:t>bloquea ../ y envía nosniff</a:t>
            </a:r>
          </a:p>
        </p:txBody>
      </p:sp>
      <p:sp>
        <p:nvSpPr>
          <p:cNvPr id="24" name="Rectangle: Rounded Corners 23">
            <a:extLst>
              <a:ext uri="{FF2B5EF4-FFF2-40B4-BE49-F238E27FC236}">
                <a16:creationId xmlns:a16="http://schemas.microsoft.com/office/drawing/2014/main" id="{343D6E7E-4BA8-7445-9E13-BAB91A7D00B8}"/>
              </a:ext>
            </a:extLst>
          </p:cNvPr>
          <p:cNvSpPr/>
          <p:nvPr/>
        </p:nvSpPr>
        <p:spPr>
          <a:xfrm>
            <a:off x="609600" y="4318000"/>
            <a:ext cx="5334000" cy="1879600"/>
          </a:xfrm>
          <a:prstGeom prst="roundRect">
            <a:avLst>
              <a:gd name="adj" fmla="val 8000"/>
            </a:avLst>
          </a:prstGeom>
          <a:solidFill>
            <a:srgbClr val="FEE2E2"/>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25" name="TextBox 24">
            <a:extLst>
              <a:ext uri="{FF2B5EF4-FFF2-40B4-BE49-F238E27FC236}">
                <a16:creationId xmlns:a16="http://schemas.microsoft.com/office/drawing/2014/main" id="{2ADC7D41-DD17-7D1A-96C4-D62E465DC9FB}"/>
              </a:ext>
            </a:extLst>
          </p:cNvPr>
          <p:cNvSpPr txBox="1"/>
          <p:nvPr/>
        </p:nvSpPr>
        <p:spPr>
          <a:xfrm>
            <a:off x="889000" y="4521200"/>
            <a:ext cx="4826000" cy="369332"/>
          </a:xfrm>
          <a:prstGeom prst="rect">
            <a:avLst/>
          </a:prstGeom>
          <a:noFill/>
        </p:spPr>
        <p:txBody>
          <a:bodyPr vert="horz" wrap="square" lIns="0" tIns="0" rIns="0" bIns="0" rtlCol="0">
            <a:noAutofit/>
          </a:bodyPr>
          <a:lstStyle/>
          <a:p>
            <a:r>
              <a:rPr lang="es-ES" sz="1700" b="1">
                <a:solidFill>
                  <a:srgbClr val="9F1239"/>
                </a:solidFill>
                <a:latin typeface="Calibri" panose="020F0502020204030204" pitchFamily="34" charset="0"/>
              </a:rPr>
              <a:t>Ataque probado</a:t>
            </a:r>
          </a:p>
        </p:txBody>
      </p:sp>
      <p:sp>
        <p:nvSpPr>
          <p:cNvPr id="26" name="TextBox 25">
            <a:extLst>
              <a:ext uri="{FF2B5EF4-FFF2-40B4-BE49-F238E27FC236}">
                <a16:creationId xmlns:a16="http://schemas.microsoft.com/office/drawing/2014/main" id="{C99B108C-B1AC-2A9C-27B1-82C66D6B0116}"/>
              </a:ext>
            </a:extLst>
          </p:cNvPr>
          <p:cNvSpPr txBox="1"/>
          <p:nvPr/>
        </p:nvSpPr>
        <p:spPr>
          <a:xfrm>
            <a:off x="889000" y="4876800"/>
            <a:ext cx="4826000" cy="369332"/>
          </a:xfrm>
          <a:prstGeom prst="rect">
            <a:avLst/>
          </a:prstGeom>
          <a:noFill/>
        </p:spPr>
        <p:txBody>
          <a:bodyPr vert="horz" wrap="square" lIns="0" tIns="0" rIns="0" bIns="0" rtlCol="0">
            <a:noAutofit/>
          </a:bodyPr>
          <a:lstStyle/>
          <a:p>
            <a:r>
              <a:rPr lang="es-ES" sz="1500">
                <a:solidFill>
                  <a:srgbClr val="1C1917"/>
                </a:solidFill>
                <a:latin typeface="Calibri" panose="020F0502020204030204" pitchFamily="34" charset="0"/>
              </a:rPr>
              <a:t>Un archivo PHP renombrado como foto.jpg y enviado como image/jpeg → rechazado con 422.</a:t>
            </a:r>
          </a:p>
        </p:txBody>
      </p:sp>
      <p:sp>
        <p:nvSpPr>
          <p:cNvPr id="27" name="Rectangle: Rounded Corners 26">
            <a:extLst>
              <a:ext uri="{FF2B5EF4-FFF2-40B4-BE49-F238E27FC236}">
                <a16:creationId xmlns:a16="http://schemas.microsoft.com/office/drawing/2014/main" id="{D4287D19-0834-E85B-D5D7-17009E9FFE20}"/>
              </a:ext>
            </a:extLst>
          </p:cNvPr>
          <p:cNvSpPr/>
          <p:nvPr/>
        </p:nvSpPr>
        <p:spPr>
          <a:xfrm>
            <a:off x="6248400" y="4318000"/>
            <a:ext cx="5334000" cy="1879600"/>
          </a:xfrm>
          <a:prstGeom prst="roundRect">
            <a:avLst>
              <a:gd name="adj" fmla="val 8000"/>
            </a:avLst>
          </a:prstGeom>
          <a:solidFill>
            <a:srgbClr val="DCFCE7"/>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28" name="TextBox 27">
            <a:extLst>
              <a:ext uri="{FF2B5EF4-FFF2-40B4-BE49-F238E27FC236}">
                <a16:creationId xmlns:a16="http://schemas.microsoft.com/office/drawing/2014/main" id="{8ABF8C92-1E01-2DB8-4AC8-318079790B2B}"/>
              </a:ext>
            </a:extLst>
          </p:cNvPr>
          <p:cNvSpPr txBox="1"/>
          <p:nvPr/>
        </p:nvSpPr>
        <p:spPr>
          <a:xfrm>
            <a:off x="6527800" y="4521200"/>
            <a:ext cx="4826000" cy="369332"/>
          </a:xfrm>
          <a:prstGeom prst="rect">
            <a:avLst/>
          </a:prstGeom>
          <a:noFill/>
        </p:spPr>
        <p:txBody>
          <a:bodyPr vert="horz" wrap="square" lIns="0" tIns="0" rIns="0" bIns="0" rtlCol="0">
            <a:noAutofit/>
          </a:bodyPr>
          <a:lstStyle/>
          <a:p>
            <a:r>
              <a:rPr lang="es-ES" sz="1700" b="1">
                <a:solidFill>
                  <a:srgbClr val="15803D"/>
                </a:solidFill>
                <a:latin typeface="Calibri" panose="020F0502020204030204" pitchFamily="34" charset="0"/>
              </a:rPr>
              <a:t>Sin basura</a:t>
            </a:r>
          </a:p>
        </p:txBody>
      </p:sp>
      <p:sp>
        <p:nvSpPr>
          <p:cNvPr id="29" name="TextBox 28">
            <a:extLst>
              <a:ext uri="{FF2B5EF4-FFF2-40B4-BE49-F238E27FC236}">
                <a16:creationId xmlns:a16="http://schemas.microsoft.com/office/drawing/2014/main" id="{C757D820-BB6E-D7CB-1719-86F09B0BC24E}"/>
              </a:ext>
            </a:extLst>
          </p:cNvPr>
          <p:cNvSpPr txBox="1"/>
          <p:nvPr/>
        </p:nvSpPr>
        <p:spPr>
          <a:xfrm>
            <a:off x="6527800" y="4876800"/>
            <a:ext cx="4826000" cy="369332"/>
          </a:xfrm>
          <a:prstGeom prst="rect">
            <a:avLst/>
          </a:prstGeom>
          <a:noFill/>
        </p:spPr>
        <p:txBody>
          <a:bodyPr vert="horz" wrap="square" lIns="0" tIns="0" rIns="0" bIns="0" rtlCol="0">
            <a:noAutofit/>
          </a:bodyPr>
          <a:lstStyle/>
          <a:p>
            <a:r>
              <a:rPr lang="es-ES" sz="1500">
                <a:solidFill>
                  <a:srgbClr val="1C1917"/>
                </a:solidFill>
                <a:latin typeface="Calibri" panose="020F0502020204030204" pitchFamily="34" charset="0"/>
              </a:rPr>
              <a:t>Si otro campo falla, la foto subida se borra; al reemplazarla, la anterior también.</a:t>
            </a:r>
          </a:p>
        </p:txBody>
      </p:sp>
    </p:spTree>
    <p:extLst>
      <p:ext uri="{BB962C8B-B14F-4D97-AF65-F5344CB8AC3E}">
        <p14:creationId xmlns:p14="http://schemas.microsoft.com/office/powerpoint/2010/main" val="242284016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AFAF9"/>
        </a:solidFill>
        <a:effectLst/>
      </p:bgPr>
    </p:bg>
    <p:spTree>
      <p:nvGrpSpPr>
        <p:cNvPr id="1" name=""/>
        <p:cNvGrpSpPr/>
        <p:nvPr/>
      </p:nvGrpSpPr>
      <p:grpSpPr>
        <a:xfrm>
          <a:off x="0" y="0"/>
          <a:ext cx="0" cy="0"/>
          <a:chOff x="0" y="0"/>
          <a:chExt cx="0" cy="0"/>
        </a:xfrm>
      </p:grpSpPr>
      <p:sp>
        <p:nvSpPr>
          <p:cNvPr id="2" name="Título">
            <a:extLst>
              <a:ext uri="{FF2B5EF4-FFF2-40B4-BE49-F238E27FC236}">
                <a16:creationId xmlns:a16="http://schemas.microsoft.com/office/drawing/2014/main" id="{44A6A4BA-E209-700C-9437-32B11981C9F5}"/>
              </a:ext>
            </a:extLst>
          </p:cNvPr>
          <p:cNvSpPr txBox="1"/>
          <p:nvPr/>
        </p:nvSpPr>
        <p:spPr>
          <a:xfrm>
            <a:off x="609600" y="431800"/>
            <a:ext cx="10972800" cy="369332"/>
          </a:xfrm>
          <a:prstGeom prst="rect">
            <a:avLst/>
          </a:prstGeom>
          <a:noFill/>
        </p:spPr>
        <p:txBody>
          <a:bodyPr vert="horz" wrap="square" lIns="0" tIns="0" rIns="0" bIns="0" rtlCol="0">
            <a:noAutofit/>
          </a:bodyPr>
          <a:lstStyle/>
          <a:p>
            <a:r>
              <a:rPr lang="es-ES" sz="3400" b="1">
                <a:solidFill>
                  <a:srgbClr val="1C1917"/>
                </a:solidFill>
                <a:latin typeface="Calibri" panose="020F0502020204030204" pitchFamily="34" charset="0"/>
              </a:rPr>
              <a:t>Seguridad: adelanto del proyecto final</a:t>
            </a:r>
          </a:p>
        </p:txBody>
      </p:sp>
      <p:sp>
        <p:nvSpPr>
          <p:cNvPr id="3" name="Rectangle: Rounded Corners 2">
            <a:extLst>
              <a:ext uri="{FF2B5EF4-FFF2-40B4-BE49-F238E27FC236}">
                <a16:creationId xmlns:a16="http://schemas.microsoft.com/office/drawing/2014/main" id="{F4BA3203-6A34-5914-4370-2169EDADC558}"/>
              </a:ext>
            </a:extLst>
          </p:cNvPr>
          <p:cNvSpPr/>
          <p:nvPr/>
        </p:nvSpPr>
        <p:spPr>
          <a:xfrm>
            <a:off x="609600" y="1397000"/>
            <a:ext cx="5359400" cy="2159000"/>
          </a:xfrm>
          <a:prstGeom prst="roundRect">
            <a:avLst>
              <a:gd name="adj" fmla="val 8000"/>
            </a:avLst>
          </a:prstGeom>
          <a:solidFill>
            <a:srgbClr val="FFFFFF"/>
          </a:solidFill>
          <a:ln w="12700">
            <a:solidFill>
              <a:srgbClr val="E7E5E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4" name="Oval 3">
            <a:extLst>
              <a:ext uri="{FF2B5EF4-FFF2-40B4-BE49-F238E27FC236}">
                <a16:creationId xmlns:a16="http://schemas.microsoft.com/office/drawing/2014/main" id="{C669E2FF-C55E-6849-1CC1-63AD0F044055}"/>
              </a:ext>
            </a:extLst>
          </p:cNvPr>
          <p:cNvSpPr/>
          <p:nvPr/>
        </p:nvSpPr>
        <p:spPr>
          <a:xfrm>
            <a:off x="838200" y="1625600"/>
            <a:ext cx="508000" cy="508000"/>
          </a:xfrm>
          <a:prstGeom prst="ellipse">
            <a:avLst/>
          </a:prstGeom>
          <a:solidFill>
            <a:srgbClr val="7C2D12"/>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lang="es-ES" b="1">
                <a:solidFill>
                  <a:srgbClr val="FFFFFF"/>
                </a:solidFill>
                <a:latin typeface="Calibri" panose="020F0502020204030204" pitchFamily="34" charset="0"/>
              </a:rPr>
              <a:t>1</a:t>
            </a:r>
          </a:p>
        </p:txBody>
      </p:sp>
      <p:sp>
        <p:nvSpPr>
          <p:cNvPr id="5" name="TextBox 4">
            <a:extLst>
              <a:ext uri="{FF2B5EF4-FFF2-40B4-BE49-F238E27FC236}">
                <a16:creationId xmlns:a16="http://schemas.microsoft.com/office/drawing/2014/main" id="{52014FBD-D85C-8AAC-514A-F68D5C944CD6}"/>
              </a:ext>
            </a:extLst>
          </p:cNvPr>
          <p:cNvSpPr txBox="1"/>
          <p:nvPr/>
        </p:nvSpPr>
        <p:spPr>
          <a:xfrm>
            <a:off x="1498600" y="1625600"/>
            <a:ext cx="4241800" cy="369332"/>
          </a:xfrm>
          <a:prstGeom prst="rect">
            <a:avLst/>
          </a:prstGeom>
          <a:noFill/>
        </p:spPr>
        <p:txBody>
          <a:bodyPr vert="horz" wrap="square" lIns="0" tIns="0" rIns="0" bIns="0" rtlCol="0">
            <a:noAutofit/>
          </a:bodyPr>
          <a:lstStyle/>
          <a:p>
            <a:r>
              <a:rPr lang="es-ES" sz="1700" b="1">
                <a:solidFill>
                  <a:srgbClr val="1C1917"/>
                </a:solidFill>
                <a:latin typeface="Calibri" panose="020F0502020204030204" pitchFamily="34" charset="0"/>
              </a:rPr>
              <a:t>CSRF</a:t>
            </a:r>
          </a:p>
        </p:txBody>
      </p:sp>
      <p:sp>
        <p:nvSpPr>
          <p:cNvPr id="6" name="TextBox 5">
            <a:extLst>
              <a:ext uri="{FF2B5EF4-FFF2-40B4-BE49-F238E27FC236}">
                <a16:creationId xmlns:a16="http://schemas.microsoft.com/office/drawing/2014/main" id="{63D4A198-B5FC-B96B-A354-FD41496782FA}"/>
              </a:ext>
            </a:extLst>
          </p:cNvPr>
          <p:cNvSpPr txBox="1"/>
          <p:nvPr/>
        </p:nvSpPr>
        <p:spPr>
          <a:xfrm>
            <a:off x="838200" y="2336800"/>
            <a:ext cx="4902200" cy="369332"/>
          </a:xfrm>
          <a:prstGeom prst="rect">
            <a:avLst/>
          </a:prstGeom>
          <a:noFill/>
        </p:spPr>
        <p:txBody>
          <a:bodyPr vert="horz" wrap="square" lIns="0" tIns="0" rIns="0" bIns="0" rtlCol="0">
            <a:noAutofit/>
          </a:bodyPr>
          <a:lstStyle/>
          <a:p>
            <a:r>
              <a:rPr lang="es-ES" sz="1700">
                <a:solidFill>
                  <a:srgbClr val="57534E"/>
                </a:solidFill>
                <a:latin typeface="Calibri" panose="020F0502020204030204" pitchFamily="34" charset="0"/>
              </a:rPr>
              <a:t>Token de 64 hex por sesión, comparado con hash_equals(). Sin token → 403.</a:t>
            </a:r>
          </a:p>
        </p:txBody>
      </p:sp>
      <p:sp>
        <p:nvSpPr>
          <p:cNvPr id="7" name="Rectangle: Rounded Corners 6">
            <a:extLst>
              <a:ext uri="{FF2B5EF4-FFF2-40B4-BE49-F238E27FC236}">
                <a16:creationId xmlns:a16="http://schemas.microsoft.com/office/drawing/2014/main" id="{EC2BF63F-CA2D-C832-1DDC-5177C0969809}"/>
              </a:ext>
            </a:extLst>
          </p:cNvPr>
          <p:cNvSpPr/>
          <p:nvPr/>
        </p:nvSpPr>
        <p:spPr>
          <a:xfrm>
            <a:off x="6223000" y="1397000"/>
            <a:ext cx="5359400" cy="2159000"/>
          </a:xfrm>
          <a:prstGeom prst="roundRect">
            <a:avLst>
              <a:gd name="adj" fmla="val 8000"/>
            </a:avLst>
          </a:prstGeom>
          <a:solidFill>
            <a:srgbClr val="FFFFFF"/>
          </a:solidFill>
          <a:ln w="12700">
            <a:solidFill>
              <a:srgbClr val="E7E5E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8" name="Oval 7">
            <a:extLst>
              <a:ext uri="{FF2B5EF4-FFF2-40B4-BE49-F238E27FC236}">
                <a16:creationId xmlns:a16="http://schemas.microsoft.com/office/drawing/2014/main" id="{0937F34A-9BF4-AACB-EAB6-C810236CB1A3}"/>
              </a:ext>
            </a:extLst>
          </p:cNvPr>
          <p:cNvSpPr/>
          <p:nvPr/>
        </p:nvSpPr>
        <p:spPr>
          <a:xfrm>
            <a:off x="6451600" y="1625600"/>
            <a:ext cx="508000" cy="508000"/>
          </a:xfrm>
          <a:prstGeom prst="ellipse">
            <a:avLst/>
          </a:prstGeom>
          <a:solidFill>
            <a:srgbClr val="7C2D12"/>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lang="es-ES" b="1">
                <a:solidFill>
                  <a:srgbClr val="FFFFFF"/>
                </a:solidFill>
                <a:latin typeface="Calibri" panose="020F0502020204030204" pitchFamily="34" charset="0"/>
              </a:rPr>
              <a:t>2</a:t>
            </a:r>
          </a:p>
        </p:txBody>
      </p:sp>
      <p:sp>
        <p:nvSpPr>
          <p:cNvPr id="9" name="TextBox 8">
            <a:extLst>
              <a:ext uri="{FF2B5EF4-FFF2-40B4-BE49-F238E27FC236}">
                <a16:creationId xmlns:a16="http://schemas.microsoft.com/office/drawing/2014/main" id="{A44E7600-93A9-70E9-A051-E8130763C3A2}"/>
              </a:ext>
            </a:extLst>
          </p:cNvPr>
          <p:cNvSpPr txBox="1"/>
          <p:nvPr/>
        </p:nvSpPr>
        <p:spPr>
          <a:xfrm>
            <a:off x="7112000" y="1625600"/>
            <a:ext cx="4241800" cy="369332"/>
          </a:xfrm>
          <a:prstGeom prst="rect">
            <a:avLst/>
          </a:prstGeom>
          <a:noFill/>
        </p:spPr>
        <p:txBody>
          <a:bodyPr vert="horz" wrap="square" lIns="0" tIns="0" rIns="0" bIns="0" rtlCol="0">
            <a:noAutofit/>
          </a:bodyPr>
          <a:lstStyle/>
          <a:p>
            <a:r>
              <a:rPr lang="es-ES" sz="1700" b="1">
                <a:solidFill>
                  <a:srgbClr val="1C1917"/>
                </a:solidFill>
                <a:latin typeface="Calibri" panose="020F0502020204030204" pitchFamily="34" charset="0"/>
              </a:rPr>
              <a:t>Eliminar solo por POST</a:t>
            </a:r>
          </a:p>
        </p:txBody>
      </p:sp>
      <p:sp>
        <p:nvSpPr>
          <p:cNvPr id="10" name="TextBox 9">
            <a:extLst>
              <a:ext uri="{FF2B5EF4-FFF2-40B4-BE49-F238E27FC236}">
                <a16:creationId xmlns:a16="http://schemas.microsoft.com/office/drawing/2014/main" id="{72D12A42-0D83-6F93-1C11-C14B809BEB84}"/>
              </a:ext>
            </a:extLst>
          </p:cNvPr>
          <p:cNvSpPr txBox="1"/>
          <p:nvPr/>
        </p:nvSpPr>
        <p:spPr>
          <a:xfrm>
            <a:off x="6451600" y="2336800"/>
            <a:ext cx="4902200" cy="369332"/>
          </a:xfrm>
          <a:prstGeom prst="rect">
            <a:avLst/>
          </a:prstGeom>
          <a:noFill/>
        </p:spPr>
        <p:txBody>
          <a:bodyPr vert="horz" wrap="square" lIns="0" tIns="0" rIns="0" bIns="0" rtlCol="0">
            <a:noAutofit/>
          </a:bodyPr>
          <a:lstStyle/>
          <a:p>
            <a:r>
              <a:rPr lang="es-ES" sz="1700">
                <a:solidFill>
                  <a:srgbClr val="57534E"/>
                </a:solidFill>
                <a:latin typeface="Calibri" panose="020F0502020204030204" pitchFamily="34" charset="0"/>
              </a:rPr>
              <a:t>Un enlace GET no borra nada: 405 con cabecera Allow: POST.</a:t>
            </a:r>
          </a:p>
        </p:txBody>
      </p:sp>
      <p:sp>
        <p:nvSpPr>
          <p:cNvPr id="11" name="Rectangle: Rounded Corners 10">
            <a:extLst>
              <a:ext uri="{FF2B5EF4-FFF2-40B4-BE49-F238E27FC236}">
                <a16:creationId xmlns:a16="http://schemas.microsoft.com/office/drawing/2014/main" id="{244BF6EA-1C5B-8081-1E6F-650E9C50FB71}"/>
              </a:ext>
            </a:extLst>
          </p:cNvPr>
          <p:cNvSpPr/>
          <p:nvPr/>
        </p:nvSpPr>
        <p:spPr>
          <a:xfrm>
            <a:off x="609600" y="3937000"/>
            <a:ext cx="5359400" cy="2159000"/>
          </a:xfrm>
          <a:prstGeom prst="roundRect">
            <a:avLst>
              <a:gd name="adj" fmla="val 8000"/>
            </a:avLst>
          </a:prstGeom>
          <a:solidFill>
            <a:srgbClr val="FFFFFF"/>
          </a:solidFill>
          <a:ln w="12700">
            <a:solidFill>
              <a:srgbClr val="E7E5E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2" name="Oval 11">
            <a:extLst>
              <a:ext uri="{FF2B5EF4-FFF2-40B4-BE49-F238E27FC236}">
                <a16:creationId xmlns:a16="http://schemas.microsoft.com/office/drawing/2014/main" id="{73266C48-ADB8-1B44-3470-2B2F8EDA537D}"/>
              </a:ext>
            </a:extLst>
          </p:cNvPr>
          <p:cNvSpPr/>
          <p:nvPr/>
        </p:nvSpPr>
        <p:spPr>
          <a:xfrm>
            <a:off x="838200" y="4165600"/>
            <a:ext cx="508000" cy="508000"/>
          </a:xfrm>
          <a:prstGeom prst="ellipse">
            <a:avLst/>
          </a:prstGeom>
          <a:solidFill>
            <a:srgbClr val="7C2D12"/>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lang="es-ES" b="1">
                <a:solidFill>
                  <a:srgbClr val="FFFFFF"/>
                </a:solidFill>
                <a:latin typeface="Calibri" panose="020F0502020204030204" pitchFamily="34" charset="0"/>
              </a:rPr>
              <a:t>3</a:t>
            </a:r>
          </a:p>
        </p:txBody>
      </p:sp>
      <p:sp>
        <p:nvSpPr>
          <p:cNvPr id="13" name="TextBox 12">
            <a:extLst>
              <a:ext uri="{FF2B5EF4-FFF2-40B4-BE49-F238E27FC236}">
                <a16:creationId xmlns:a16="http://schemas.microsoft.com/office/drawing/2014/main" id="{0126255C-21C9-41B6-C275-CE0B08D798C4}"/>
              </a:ext>
            </a:extLst>
          </p:cNvPr>
          <p:cNvSpPr txBox="1"/>
          <p:nvPr/>
        </p:nvSpPr>
        <p:spPr>
          <a:xfrm>
            <a:off x="1498600" y="4165600"/>
            <a:ext cx="4241800" cy="369332"/>
          </a:xfrm>
          <a:prstGeom prst="rect">
            <a:avLst/>
          </a:prstGeom>
          <a:noFill/>
        </p:spPr>
        <p:txBody>
          <a:bodyPr vert="horz" wrap="square" lIns="0" tIns="0" rIns="0" bIns="0" rtlCol="0">
            <a:noAutofit/>
          </a:bodyPr>
          <a:lstStyle/>
          <a:p>
            <a:r>
              <a:rPr lang="es-ES" sz="1700" b="1">
                <a:solidFill>
                  <a:srgbClr val="1C1917"/>
                </a:solidFill>
                <a:latin typeface="Calibri" panose="020F0502020204030204" pitchFamily="34" charset="0"/>
              </a:rPr>
              <a:t>Escape de salida</a:t>
            </a:r>
          </a:p>
        </p:txBody>
      </p:sp>
      <p:sp>
        <p:nvSpPr>
          <p:cNvPr id="14" name="TextBox 13">
            <a:extLst>
              <a:ext uri="{FF2B5EF4-FFF2-40B4-BE49-F238E27FC236}">
                <a16:creationId xmlns:a16="http://schemas.microsoft.com/office/drawing/2014/main" id="{4C4E73E8-777B-BBEA-32C6-159FBFD343CF}"/>
              </a:ext>
            </a:extLst>
          </p:cNvPr>
          <p:cNvSpPr txBox="1"/>
          <p:nvPr/>
        </p:nvSpPr>
        <p:spPr>
          <a:xfrm>
            <a:off x="838200" y="4876800"/>
            <a:ext cx="4902200" cy="369332"/>
          </a:xfrm>
          <a:prstGeom prst="rect">
            <a:avLst/>
          </a:prstGeom>
          <a:noFill/>
        </p:spPr>
        <p:txBody>
          <a:bodyPr vert="horz" wrap="square" lIns="0" tIns="0" rIns="0" bIns="0" rtlCol="0">
            <a:noAutofit/>
          </a:bodyPr>
          <a:lstStyle/>
          <a:p>
            <a:r>
              <a:rPr lang="es-ES" sz="1700">
                <a:solidFill>
                  <a:srgbClr val="57534E"/>
                </a:solidFill>
                <a:latin typeface="Calibri" panose="020F0502020204030204" pitchFamily="34" charset="0"/>
              </a:rPr>
              <a:t>Toda salida pasa por e() = htmlspecialchars: sin XSS en búsquedas ni formularios.</a:t>
            </a:r>
          </a:p>
        </p:txBody>
      </p:sp>
      <p:sp>
        <p:nvSpPr>
          <p:cNvPr id="15" name="Rectangle: Rounded Corners 14">
            <a:extLst>
              <a:ext uri="{FF2B5EF4-FFF2-40B4-BE49-F238E27FC236}">
                <a16:creationId xmlns:a16="http://schemas.microsoft.com/office/drawing/2014/main" id="{75EB4E8A-EBD6-412D-305B-E4EC075DE531}"/>
              </a:ext>
            </a:extLst>
          </p:cNvPr>
          <p:cNvSpPr/>
          <p:nvPr/>
        </p:nvSpPr>
        <p:spPr>
          <a:xfrm>
            <a:off x="6223000" y="3937000"/>
            <a:ext cx="5359400" cy="2159000"/>
          </a:xfrm>
          <a:prstGeom prst="roundRect">
            <a:avLst>
              <a:gd name="adj" fmla="val 8000"/>
            </a:avLst>
          </a:prstGeom>
          <a:solidFill>
            <a:srgbClr val="FFFFFF"/>
          </a:solidFill>
          <a:ln w="12700">
            <a:solidFill>
              <a:srgbClr val="E7E5E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6" name="Oval 15">
            <a:extLst>
              <a:ext uri="{FF2B5EF4-FFF2-40B4-BE49-F238E27FC236}">
                <a16:creationId xmlns:a16="http://schemas.microsoft.com/office/drawing/2014/main" id="{77E09AE2-05A3-4B55-D52C-0D5FF23583AE}"/>
              </a:ext>
            </a:extLst>
          </p:cNvPr>
          <p:cNvSpPr/>
          <p:nvPr/>
        </p:nvSpPr>
        <p:spPr>
          <a:xfrm>
            <a:off x="6451600" y="4165600"/>
            <a:ext cx="508000" cy="508000"/>
          </a:xfrm>
          <a:prstGeom prst="ellipse">
            <a:avLst/>
          </a:prstGeom>
          <a:solidFill>
            <a:srgbClr val="7C2D12"/>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lang="es-ES" b="1">
                <a:solidFill>
                  <a:srgbClr val="FFFFFF"/>
                </a:solidFill>
                <a:latin typeface="Calibri" panose="020F0502020204030204" pitchFamily="34" charset="0"/>
              </a:rPr>
              <a:t>4</a:t>
            </a:r>
          </a:p>
        </p:txBody>
      </p:sp>
      <p:sp>
        <p:nvSpPr>
          <p:cNvPr id="17" name="TextBox 16">
            <a:extLst>
              <a:ext uri="{FF2B5EF4-FFF2-40B4-BE49-F238E27FC236}">
                <a16:creationId xmlns:a16="http://schemas.microsoft.com/office/drawing/2014/main" id="{BF53859B-3E84-DA68-F47E-0E73626F00D1}"/>
              </a:ext>
            </a:extLst>
          </p:cNvPr>
          <p:cNvSpPr txBox="1"/>
          <p:nvPr/>
        </p:nvSpPr>
        <p:spPr>
          <a:xfrm>
            <a:off x="7112000" y="4165600"/>
            <a:ext cx="4241800" cy="369332"/>
          </a:xfrm>
          <a:prstGeom prst="rect">
            <a:avLst/>
          </a:prstGeom>
          <a:noFill/>
        </p:spPr>
        <p:txBody>
          <a:bodyPr vert="horz" wrap="square" lIns="0" tIns="0" rIns="0" bIns="0" rtlCol="0">
            <a:noAutofit/>
          </a:bodyPr>
          <a:lstStyle/>
          <a:p>
            <a:r>
              <a:rPr lang="es-ES" sz="1700" b="1">
                <a:solidFill>
                  <a:srgbClr val="1C1917"/>
                </a:solidFill>
                <a:latin typeface="Calibri" panose="020F0502020204030204" pitchFamily="34" charset="0"/>
              </a:rPr>
              <a:t>Cabeceras</a:t>
            </a:r>
          </a:p>
        </p:txBody>
      </p:sp>
      <p:sp>
        <p:nvSpPr>
          <p:cNvPr id="18" name="TextBox 17">
            <a:extLst>
              <a:ext uri="{FF2B5EF4-FFF2-40B4-BE49-F238E27FC236}">
                <a16:creationId xmlns:a16="http://schemas.microsoft.com/office/drawing/2014/main" id="{A68897FE-702F-6E55-0DFC-C2562CD66625}"/>
              </a:ext>
            </a:extLst>
          </p:cNvPr>
          <p:cNvSpPr txBox="1"/>
          <p:nvPr/>
        </p:nvSpPr>
        <p:spPr>
          <a:xfrm>
            <a:off x="6451600" y="4876800"/>
            <a:ext cx="4902200" cy="369332"/>
          </a:xfrm>
          <a:prstGeom prst="rect">
            <a:avLst/>
          </a:prstGeom>
          <a:noFill/>
        </p:spPr>
        <p:txBody>
          <a:bodyPr vert="horz" wrap="square" lIns="0" tIns="0" rIns="0" bIns="0" rtlCol="0">
            <a:noAutofit/>
          </a:bodyPr>
          <a:lstStyle/>
          <a:p>
            <a:r>
              <a:rPr lang="es-ES" sz="1700">
                <a:solidFill>
                  <a:srgbClr val="57534E"/>
                </a:solidFill>
                <a:latin typeface="Calibri" panose="020F0502020204030204" pitchFamily="34" charset="0"/>
              </a:rPr>
              <a:t>nosniff, X-Frame-Options: DENY y Referrer-Policy en todas las páginas.</a:t>
            </a:r>
          </a:p>
        </p:txBody>
      </p:sp>
    </p:spTree>
    <p:extLst>
      <p:ext uri="{BB962C8B-B14F-4D97-AF65-F5344CB8AC3E}">
        <p14:creationId xmlns:p14="http://schemas.microsoft.com/office/powerpoint/2010/main" val="321423024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AFAF9"/>
        </a:solidFill>
        <a:effectLst/>
      </p:bgPr>
    </p:bg>
    <p:spTree>
      <p:nvGrpSpPr>
        <p:cNvPr id="1" name=""/>
        <p:cNvGrpSpPr/>
        <p:nvPr/>
      </p:nvGrpSpPr>
      <p:grpSpPr>
        <a:xfrm>
          <a:off x="0" y="0"/>
          <a:ext cx="0" cy="0"/>
          <a:chOff x="0" y="0"/>
          <a:chExt cx="0" cy="0"/>
        </a:xfrm>
      </p:grpSpPr>
      <p:sp>
        <p:nvSpPr>
          <p:cNvPr id="2" name="Título">
            <a:extLst>
              <a:ext uri="{FF2B5EF4-FFF2-40B4-BE49-F238E27FC236}">
                <a16:creationId xmlns:a16="http://schemas.microsoft.com/office/drawing/2014/main" id="{A905F6AB-A992-2E13-7651-FAAC383BE9ED}"/>
              </a:ext>
            </a:extLst>
          </p:cNvPr>
          <p:cNvSpPr txBox="1"/>
          <p:nvPr/>
        </p:nvSpPr>
        <p:spPr>
          <a:xfrm>
            <a:off x="609600" y="431800"/>
            <a:ext cx="10972800" cy="369332"/>
          </a:xfrm>
          <a:prstGeom prst="rect">
            <a:avLst/>
          </a:prstGeom>
          <a:noFill/>
        </p:spPr>
        <p:txBody>
          <a:bodyPr vert="horz" wrap="square" lIns="0" tIns="0" rIns="0" bIns="0" rtlCol="0">
            <a:noAutofit/>
          </a:bodyPr>
          <a:lstStyle/>
          <a:p>
            <a:r>
              <a:rPr lang="es-ES" sz="3400" b="1">
                <a:solidFill>
                  <a:srgbClr val="1C1917"/>
                </a:solidFill>
                <a:latin typeface="Calibri" panose="020F0502020204030204" pitchFamily="34" charset="0"/>
              </a:rPr>
              <a:t>Pruebas automáticas: 32 de 32</a:t>
            </a:r>
          </a:p>
        </p:txBody>
      </p:sp>
      <p:pic>
        <p:nvPicPr>
          <p:cNvPr id="4" name="Picture 3" descr="Salida de php verificar.php con 32 comprobaciones satisfactorias">
            <a:extLst>
              <a:ext uri="{FF2B5EF4-FFF2-40B4-BE49-F238E27FC236}">
                <a16:creationId xmlns:a16="http://schemas.microsoft.com/office/drawing/2014/main" id="{41A07BBC-6B5B-85C4-E6EF-4E743638652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486400" y="1270000"/>
            <a:ext cx="6096000" cy="5120640"/>
          </a:xfrm>
          <a:prstGeom prst="rect">
            <a:avLst/>
          </a:prstGeom>
          <a:ln w="12700">
            <a:solidFill>
              <a:srgbClr val="E7E5E4"/>
            </a:solidFill>
          </a:ln>
        </p:spPr>
      </p:pic>
      <p:sp>
        <p:nvSpPr>
          <p:cNvPr id="5" name="TextBox 4">
            <a:extLst>
              <a:ext uri="{FF2B5EF4-FFF2-40B4-BE49-F238E27FC236}">
                <a16:creationId xmlns:a16="http://schemas.microsoft.com/office/drawing/2014/main" id="{4929D17E-C2E5-C4A5-0092-C7D569704E55}"/>
              </a:ext>
            </a:extLst>
          </p:cNvPr>
          <p:cNvSpPr txBox="1"/>
          <p:nvPr/>
        </p:nvSpPr>
        <p:spPr>
          <a:xfrm>
            <a:off x="609600" y="1270000"/>
            <a:ext cx="4064000" cy="369332"/>
          </a:xfrm>
          <a:prstGeom prst="rect">
            <a:avLst/>
          </a:prstGeom>
          <a:noFill/>
        </p:spPr>
        <p:txBody>
          <a:bodyPr vert="horz" wrap="square" lIns="0" tIns="0" rIns="0" bIns="0" rtlCol="0">
            <a:noAutofit/>
          </a:bodyPr>
          <a:lstStyle/>
          <a:p>
            <a:r>
              <a:rPr lang="es-ES" sz="8000" b="1">
                <a:solidFill>
                  <a:srgbClr val="15803D"/>
                </a:solidFill>
                <a:latin typeface="Calibri" panose="020F0502020204030204" pitchFamily="34" charset="0"/>
              </a:rPr>
              <a:t>32/32</a:t>
            </a:r>
          </a:p>
        </p:txBody>
      </p:sp>
      <p:sp>
        <p:nvSpPr>
          <p:cNvPr id="6" name="TextBox 5">
            <a:extLst>
              <a:ext uri="{FF2B5EF4-FFF2-40B4-BE49-F238E27FC236}">
                <a16:creationId xmlns:a16="http://schemas.microsoft.com/office/drawing/2014/main" id="{076DE73F-F9AD-62B3-6EE1-4C593682ADB3}"/>
              </a:ext>
            </a:extLst>
          </p:cNvPr>
          <p:cNvSpPr txBox="1"/>
          <p:nvPr/>
        </p:nvSpPr>
        <p:spPr>
          <a:xfrm>
            <a:off x="609600" y="2540000"/>
            <a:ext cx="4064000" cy="369332"/>
          </a:xfrm>
          <a:prstGeom prst="rect">
            <a:avLst/>
          </a:prstGeom>
          <a:noFill/>
        </p:spPr>
        <p:txBody>
          <a:bodyPr vert="horz" wrap="square" lIns="0" tIns="0" rIns="0" bIns="0" rtlCol="0">
            <a:noAutofit/>
          </a:bodyPr>
          <a:lstStyle/>
          <a:p>
            <a:r>
              <a:rPr lang="es-ES" sz="1600">
                <a:solidFill>
                  <a:srgbClr val="57534E"/>
                </a:solidFill>
                <a:latin typeface="Calibri" panose="020F0502020204030204" pitchFamily="34" charset="0"/>
              </a:rPr>
              <a:t>comprobaciones en verde con php verificar.php</a:t>
            </a:r>
          </a:p>
        </p:txBody>
      </p:sp>
      <p:sp>
        <p:nvSpPr>
          <p:cNvPr id="7" name="TextBox 6">
            <a:extLst>
              <a:ext uri="{FF2B5EF4-FFF2-40B4-BE49-F238E27FC236}">
                <a16:creationId xmlns:a16="http://schemas.microsoft.com/office/drawing/2014/main" id="{9B6C2DFE-088D-C750-0788-098D8DBB7EC3}"/>
              </a:ext>
            </a:extLst>
          </p:cNvPr>
          <p:cNvSpPr txBox="1"/>
          <p:nvPr/>
        </p:nvSpPr>
        <p:spPr>
          <a:xfrm>
            <a:off x="609600" y="3530600"/>
            <a:ext cx="889000" cy="369332"/>
          </a:xfrm>
          <a:prstGeom prst="rect">
            <a:avLst/>
          </a:prstGeom>
          <a:noFill/>
        </p:spPr>
        <p:txBody>
          <a:bodyPr vert="horz" wrap="square" lIns="0" tIns="0" rIns="0" bIns="0" rtlCol="0">
            <a:noAutofit/>
          </a:bodyPr>
          <a:lstStyle/>
          <a:p>
            <a:r>
              <a:rPr lang="es-ES" sz="3000" b="1">
                <a:solidFill>
                  <a:srgbClr val="7C2D12"/>
                </a:solidFill>
                <a:latin typeface="Calibri" panose="020F0502020204030204" pitchFamily="34" charset="0"/>
              </a:rPr>
              <a:t>11</a:t>
            </a:r>
          </a:p>
        </p:txBody>
      </p:sp>
      <p:sp>
        <p:nvSpPr>
          <p:cNvPr id="8" name="TextBox 7">
            <a:extLst>
              <a:ext uri="{FF2B5EF4-FFF2-40B4-BE49-F238E27FC236}">
                <a16:creationId xmlns:a16="http://schemas.microsoft.com/office/drawing/2014/main" id="{4B70BFB4-9C77-42F8-24AB-7D40EC8AB274}"/>
              </a:ext>
            </a:extLst>
          </p:cNvPr>
          <p:cNvSpPr txBox="1"/>
          <p:nvPr/>
        </p:nvSpPr>
        <p:spPr>
          <a:xfrm>
            <a:off x="1524000" y="3606800"/>
            <a:ext cx="3175000" cy="369332"/>
          </a:xfrm>
          <a:prstGeom prst="rect">
            <a:avLst/>
          </a:prstGeom>
          <a:noFill/>
        </p:spPr>
        <p:txBody>
          <a:bodyPr vert="horz" wrap="square" lIns="0" tIns="0" rIns="0" bIns="0" rtlCol="0">
            <a:noAutofit/>
          </a:bodyPr>
          <a:lstStyle/>
          <a:p>
            <a:r>
              <a:rPr lang="es-ES" sz="1500">
                <a:solidFill>
                  <a:srgbClr val="1C1917"/>
                </a:solidFill>
                <a:latin typeface="Calibri" panose="020F0502020204030204" pitchFamily="34" charset="0"/>
              </a:rPr>
              <a:t>clases POO</a:t>
            </a:r>
          </a:p>
        </p:txBody>
      </p:sp>
      <p:sp>
        <p:nvSpPr>
          <p:cNvPr id="9" name="TextBox 8">
            <a:extLst>
              <a:ext uri="{FF2B5EF4-FFF2-40B4-BE49-F238E27FC236}">
                <a16:creationId xmlns:a16="http://schemas.microsoft.com/office/drawing/2014/main" id="{4D18B57D-5C2C-1EA3-3CE0-82DCB9EB36CB}"/>
              </a:ext>
            </a:extLst>
          </p:cNvPr>
          <p:cNvSpPr txBox="1"/>
          <p:nvPr/>
        </p:nvSpPr>
        <p:spPr>
          <a:xfrm>
            <a:off x="609600" y="4292600"/>
            <a:ext cx="889000" cy="369332"/>
          </a:xfrm>
          <a:prstGeom prst="rect">
            <a:avLst/>
          </a:prstGeom>
          <a:noFill/>
        </p:spPr>
        <p:txBody>
          <a:bodyPr vert="horz" wrap="square" lIns="0" tIns="0" rIns="0" bIns="0" rtlCol="0">
            <a:noAutofit/>
          </a:bodyPr>
          <a:lstStyle/>
          <a:p>
            <a:r>
              <a:rPr lang="es-ES" sz="3000" b="1">
                <a:solidFill>
                  <a:srgbClr val="7C2D12"/>
                </a:solidFill>
                <a:latin typeface="Calibri" panose="020F0502020204030204" pitchFamily="34" charset="0"/>
              </a:rPr>
              <a:t>21</a:t>
            </a:r>
          </a:p>
        </p:txBody>
      </p:sp>
      <p:sp>
        <p:nvSpPr>
          <p:cNvPr id="10" name="TextBox 9">
            <a:extLst>
              <a:ext uri="{FF2B5EF4-FFF2-40B4-BE49-F238E27FC236}">
                <a16:creationId xmlns:a16="http://schemas.microsoft.com/office/drawing/2014/main" id="{628852FC-F585-EB12-9DDF-371D1C30FE31}"/>
              </a:ext>
            </a:extLst>
          </p:cNvPr>
          <p:cNvSpPr txBox="1"/>
          <p:nvPr/>
        </p:nvSpPr>
        <p:spPr>
          <a:xfrm>
            <a:off x="1524000" y="4368800"/>
            <a:ext cx="3175000" cy="369332"/>
          </a:xfrm>
          <a:prstGeom prst="rect">
            <a:avLst/>
          </a:prstGeom>
          <a:noFill/>
        </p:spPr>
        <p:txBody>
          <a:bodyPr vert="horz" wrap="square" lIns="0" tIns="0" rIns="0" bIns="0" rtlCol="0">
            <a:noAutofit/>
          </a:bodyPr>
          <a:lstStyle/>
          <a:p>
            <a:r>
              <a:rPr lang="es-ES" sz="1500">
                <a:solidFill>
                  <a:srgbClr val="1C1917"/>
                </a:solidFill>
                <a:latin typeface="Calibri" panose="020F0502020204030204" pitchFamily="34" charset="0"/>
              </a:rPr>
              <a:t>peticiones HTTP reales al servidor embebido</a:t>
            </a:r>
          </a:p>
        </p:txBody>
      </p:sp>
      <p:sp>
        <p:nvSpPr>
          <p:cNvPr id="11" name="TextBox 10">
            <a:extLst>
              <a:ext uri="{FF2B5EF4-FFF2-40B4-BE49-F238E27FC236}">
                <a16:creationId xmlns:a16="http://schemas.microsoft.com/office/drawing/2014/main" id="{57CED4D6-9C60-856C-6BD5-607746182AD9}"/>
              </a:ext>
            </a:extLst>
          </p:cNvPr>
          <p:cNvSpPr txBox="1"/>
          <p:nvPr/>
        </p:nvSpPr>
        <p:spPr>
          <a:xfrm>
            <a:off x="609600" y="5207000"/>
            <a:ext cx="4064000" cy="369332"/>
          </a:xfrm>
          <a:prstGeom prst="rect">
            <a:avLst/>
          </a:prstGeom>
          <a:noFill/>
        </p:spPr>
        <p:txBody>
          <a:bodyPr vert="horz" wrap="square" lIns="0" tIns="0" rIns="0" bIns="0" rtlCol="0">
            <a:noAutofit/>
          </a:bodyPr>
          <a:lstStyle/>
          <a:p>
            <a:r>
              <a:rPr lang="es-ES" sz="1400">
                <a:solidFill>
                  <a:srgbClr val="57534E"/>
                </a:solidFill>
                <a:latin typeface="Calibri" panose="020F0502020204030204" pitchFamily="34" charset="0"/>
              </a:rPr>
              <a:t>Se ejecutan sobre una copia temporal de los datos: el catálogo real no se toca.</a:t>
            </a:r>
          </a:p>
        </p:txBody>
      </p:sp>
    </p:spTree>
    <p:extLst>
      <p:ext uri="{BB962C8B-B14F-4D97-AF65-F5344CB8AC3E}">
        <p14:creationId xmlns:p14="http://schemas.microsoft.com/office/powerpoint/2010/main" val="9219802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AFAF9"/>
        </a:solidFill>
        <a:effectLst/>
      </p:bgPr>
    </p:bg>
    <p:spTree>
      <p:nvGrpSpPr>
        <p:cNvPr id="1" name=""/>
        <p:cNvGrpSpPr/>
        <p:nvPr/>
      </p:nvGrpSpPr>
      <p:grpSpPr>
        <a:xfrm>
          <a:off x="0" y="0"/>
          <a:ext cx="0" cy="0"/>
          <a:chOff x="0" y="0"/>
          <a:chExt cx="0" cy="0"/>
        </a:xfrm>
      </p:grpSpPr>
      <p:sp>
        <p:nvSpPr>
          <p:cNvPr id="2" name="Título">
            <a:extLst>
              <a:ext uri="{FF2B5EF4-FFF2-40B4-BE49-F238E27FC236}">
                <a16:creationId xmlns:a16="http://schemas.microsoft.com/office/drawing/2014/main" id="{94E595E0-BDB8-BFD1-2359-AEF4F81789CE}"/>
              </a:ext>
            </a:extLst>
          </p:cNvPr>
          <p:cNvSpPr txBox="1"/>
          <p:nvPr/>
        </p:nvSpPr>
        <p:spPr>
          <a:xfrm>
            <a:off x="609600" y="431800"/>
            <a:ext cx="10972800" cy="369332"/>
          </a:xfrm>
          <a:prstGeom prst="rect">
            <a:avLst/>
          </a:prstGeom>
          <a:noFill/>
        </p:spPr>
        <p:txBody>
          <a:bodyPr vert="horz" wrap="square" lIns="0" tIns="0" rIns="0" bIns="0" rtlCol="0">
            <a:noAutofit/>
          </a:bodyPr>
          <a:lstStyle/>
          <a:p>
            <a:r>
              <a:rPr lang="es-ES" sz="3400" b="1">
                <a:solidFill>
                  <a:srgbClr val="1C1917"/>
                </a:solidFill>
                <a:latin typeface="Calibri" panose="020F0502020204030204" pitchFamily="34" charset="0"/>
              </a:rPr>
              <a:t>Reporte verificado a mano y uso de IA</a:t>
            </a:r>
          </a:p>
        </p:txBody>
      </p:sp>
      <p:sp>
        <p:nvSpPr>
          <p:cNvPr id="3" name="Rectangle: Rounded Corners 2">
            <a:extLst>
              <a:ext uri="{FF2B5EF4-FFF2-40B4-BE49-F238E27FC236}">
                <a16:creationId xmlns:a16="http://schemas.microsoft.com/office/drawing/2014/main" id="{B2C35166-6609-3F6B-6631-A615856935F8}"/>
              </a:ext>
            </a:extLst>
          </p:cNvPr>
          <p:cNvSpPr/>
          <p:nvPr/>
        </p:nvSpPr>
        <p:spPr>
          <a:xfrm>
            <a:off x="609600" y="1320800"/>
            <a:ext cx="5334000" cy="4445000"/>
          </a:xfrm>
          <a:prstGeom prst="roundRect">
            <a:avLst>
              <a:gd name="adj" fmla="val 8000"/>
            </a:avLst>
          </a:prstGeom>
          <a:solidFill>
            <a:srgbClr val="FFFFFF"/>
          </a:solidFill>
          <a:ln w="12700">
            <a:solidFill>
              <a:srgbClr val="E7E5E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4" name="TextBox 3">
            <a:extLst>
              <a:ext uri="{FF2B5EF4-FFF2-40B4-BE49-F238E27FC236}">
                <a16:creationId xmlns:a16="http://schemas.microsoft.com/office/drawing/2014/main" id="{A81CDC6B-1813-2D84-E599-509BB86F4164}"/>
              </a:ext>
            </a:extLst>
          </p:cNvPr>
          <p:cNvSpPr txBox="1"/>
          <p:nvPr/>
        </p:nvSpPr>
        <p:spPr>
          <a:xfrm>
            <a:off x="914400" y="1574800"/>
            <a:ext cx="4826000" cy="369332"/>
          </a:xfrm>
          <a:prstGeom prst="rect">
            <a:avLst/>
          </a:prstGeom>
          <a:noFill/>
        </p:spPr>
        <p:txBody>
          <a:bodyPr vert="horz" wrap="square" lIns="0" tIns="0" rIns="0" bIns="0" rtlCol="0">
            <a:noAutofit/>
          </a:bodyPr>
          <a:lstStyle/>
          <a:p>
            <a:r>
              <a:rPr lang="es-ES" sz="1700" b="1">
                <a:solidFill>
                  <a:srgbClr val="57534E"/>
                </a:solidFill>
                <a:latin typeface="Calibri" panose="020F0502020204030204" pitchFamily="34" charset="0"/>
              </a:rPr>
              <a:t>Valor del inventario</a:t>
            </a:r>
          </a:p>
        </p:txBody>
      </p:sp>
      <p:sp>
        <p:nvSpPr>
          <p:cNvPr id="5" name="TextBox 4">
            <a:extLst>
              <a:ext uri="{FF2B5EF4-FFF2-40B4-BE49-F238E27FC236}">
                <a16:creationId xmlns:a16="http://schemas.microsoft.com/office/drawing/2014/main" id="{814A6241-11BB-51A1-9A28-37C78DAC8893}"/>
              </a:ext>
            </a:extLst>
          </p:cNvPr>
          <p:cNvSpPr txBox="1"/>
          <p:nvPr/>
        </p:nvSpPr>
        <p:spPr>
          <a:xfrm>
            <a:off x="914400" y="1930400"/>
            <a:ext cx="4826000" cy="369332"/>
          </a:xfrm>
          <a:prstGeom prst="rect">
            <a:avLst/>
          </a:prstGeom>
          <a:noFill/>
        </p:spPr>
        <p:txBody>
          <a:bodyPr vert="horz" wrap="square" lIns="0" tIns="0" rIns="0" bIns="0" rtlCol="0">
            <a:noAutofit/>
          </a:bodyPr>
          <a:lstStyle/>
          <a:p>
            <a:r>
              <a:rPr lang="es-ES" sz="4800" b="1">
                <a:solidFill>
                  <a:srgbClr val="7C2D12"/>
                </a:solidFill>
                <a:latin typeface="Calibri" panose="020F0502020204030204" pitchFamily="34" charset="0"/>
              </a:rPr>
              <a:t>Bs 12.303,50</a:t>
            </a:r>
          </a:p>
        </p:txBody>
      </p:sp>
      <p:sp>
        <p:nvSpPr>
          <p:cNvPr id="6" name="TextBox 5">
            <a:extLst>
              <a:ext uri="{FF2B5EF4-FFF2-40B4-BE49-F238E27FC236}">
                <a16:creationId xmlns:a16="http://schemas.microsoft.com/office/drawing/2014/main" id="{58B04126-1805-320E-8A71-B5070E01C31E}"/>
              </a:ext>
            </a:extLst>
          </p:cNvPr>
          <p:cNvSpPr txBox="1"/>
          <p:nvPr/>
        </p:nvSpPr>
        <p:spPr>
          <a:xfrm>
            <a:off x="914400" y="2946400"/>
            <a:ext cx="4724400" cy="369332"/>
          </a:xfrm>
          <a:prstGeom prst="rect">
            <a:avLst/>
          </a:prstGeom>
          <a:noFill/>
        </p:spPr>
        <p:txBody>
          <a:bodyPr vert="horz" wrap="square" lIns="0" tIns="0" rIns="0" bIns="0" rtlCol="0">
            <a:noAutofit/>
          </a:bodyPr>
          <a:lstStyle/>
          <a:p>
            <a:r>
              <a:rPr lang="es-ES" sz="1600">
                <a:solidFill>
                  <a:srgbClr val="1C1917"/>
                </a:solidFill>
                <a:latin typeface="Calibri" panose="020F0502020204030204" pitchFamily="34" charset="0"/>
              </a:rPr>
              <a:t>Σ precio × stock de las 7 prendas de demostración (90 unidades).</a:t>
            </a:r>
          </a:p>
          <a:p>
            <a:endParaRPr lang="es-ES" sz="1600">
              <a:solidFill>
                <a:srgbClr val="1C1917"/>
              </a:solidFill>
              <a:latin typeface="Calibri" panose="020F0502020204030204" pitchFamily="34" charset="0"/>
            </a:endParaRPr>
          </a:p>
          <a:p>
            <a:r>
              <a:rPr lang="es-ES" sz="1600">
                <a:solidFill>
                  <a:srgbClr val="1C1917"/>
                </a:solidFill>
                <a:latin typeface="Calibri" panose="020F0502020204030204" pitchFamily="34" charset="0"/>
              </a:rPr>
              <a:t>Coinciden el cálculo manual, Catalogo::valorInventario() y la página de gestión.</a:t>
            </a:r>
          </a:p>
        </p:txBody>
      </p:sp>
      <p:sp>
        <p:nvSpPr>
          <p:cNvPr id="7" name="Rectangle: Rounded Corners 6">
            <a:extLst>
              <a:ext uri="{FF2B5EF4-FFF2-40B4-BE49-F238E27FC236}">
                <a16:creationId xmlns:a16="http://schemas.microsoft.com/office/drawing/2014/main" id="{C6FD8692-97C7-E6FE-F520-3B7771D6A786}"/>
              </a:ext>
            </a:extLst>
          </p:cNvPr>
          <p:cNvSpPr/>
          <p:nvPr/>
        </p:nvSpPr>
        <p:spPr>
          <a:xfrm>
            <a:off x="6248400" y="1320800"/>
            <a:ext cx="5334000" cy="4445000"/>
          </a:xfrm>
          <a:prstGeom prst="roundRect">
            <a:avLst>
              <a:gd name="adj" fmla="val 8000"/>
            </a:avLst>
          </a:prstGeom>
          <a:solidFill>
            <a:srgbClr val="FDE8D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8" name="TextBox 7">
            <a:extLst>
              <a:ext uri="{FF2B5EF4-FFF2-40B4-BE49-F238E27FC236}">
                <a16:creationId xmlns:a16="http://schemas.microsoft.com/office/drawing/2014/main" id="{AE20D7FA-9B66-6304-7D1D-138338374915}"/>
              </a:ext>
            </a:extLst>
          </p:cNvPr>
          <p:cNvSpPr txBox="1"/>
          <p:nvPr/>
        </p:nvSpPr>
        <p:spPr>
          <a:xfrm>
            <a:off x="6553200" y="1574800"/>
            <a:ext cx="4826000" cy="369332"/>
          </a:xfrm>
          <a:prstGeom prst="rect">
            <a:avLst/>
          </a:prstGeom>
          <a:noFill/>
        </p:spPr>
        <p:txBody>
          <a:bodyPr vert="horz" wrap="square" lIns="0" tIns="0" rIns="0" bIns="0" rtlCol="0">
            <a:noAutofit/>
          </a:bodyPr>
          <a:lstStyle/>
          <a:p>
            <a:r>
              <a:rPr lang="es-ES" sz="1700" b="1">
                <a:solidFill>
                  <a:srgbClr val="7C2D12"/>
                </a:solidFill>
                <a:latin typeface="Calibri" panose="020F0502020204030204" pitchFamily="34" charset="0"/>
              </a:rPr>
              <a:t>Lo que enseñó la IA (por error)</a:t>
            </a:r>
          </a:p>
        </p:txBody>
      </p:sp>
      <p:sp>
        <p:nvSpPr>
          <p:cNvPr id="9" name="TextBox 8">
            <a:extLst>
              <a:ext uri="{FF2B5EF4-FFF2-40B4-BE49-F238E27FC236}">
                <a16:creationId xmlns:a16="http://schemas.microsoft.com/office/drawing/2014/main" id="{C8CE447D-AAB7-E63A-06CD-263CD48CC2A6}"/>
              </a:ext>
            </a:extLst>
          </p:cNvPr>
          <p:cNvSpPr txBox="1"/>
          <p:nvPr/>
        </p:nvSpPr>
        <p:spPr>
          <a:xfrm>
            <a:off x="6553200" y="1981200"/>
            <a:ext cx="4724400" cy="369332"/>
          </a:xfrm>
          <a:prstGeom prst="rect">
            <a:avLst/>
          </a:prstGeom>
          <a:noFill/>
        </p:spPr>
        <p:txBody>
          <a:bodyPr vert="horz" wrap="square" lIns="0" tIns="0" rIns="0" bIns="0" rtlCol="0">
            <a:noAutofit/>
          </a:bodyPr>
          <a:lstStyle/>
          <a:p>
            <a:r>
              <a:rPr lang="es-ES" sz="1600">
                <a:solidFill>
                  <a:srgbClr val="1C1917"/>
                </a:solidFill>
                <a:latin typeface="Calibri" panose="020F0502020204030204" pitchFamily="34" charset="0"/>
              </a:rPr>
              <a:t>La IA escribió dos veces un valor esperado incorrecto en las pruebas: 10.983,50 y 14.163,50.</a:t>
            </a:r>
          </a:p>
          <a:p>
            <a:endParaRPr lang="es-ES" sz="1600">
              <a:solidFill>
                <a:srgbClr val="1C1917"/>
              </a:solidFill>
              <a:latin typeface="Calibri" panose="020F0502020204030204" pitchFamily="34" charset="0"/>
            </a:endParaRPr>
          </a:p>
          <a:p>
            <a:r>
              <a:rPr lang="es-ES" sz="1600">
                <a:solidFill>
                  <a:srgbClr val="1C1917"/>
                </a:solidFill>
                <a:latin typeface="Calibri" panose="020F0502020204030204" pitchFamily="34" charset="0"/>
              </a:rPr>
              <a:t>Las pruebas fallaron, recalculé a mano (12.303,50 y 14.042,90) y corregí.</a:t>
            </a:r>
          </a:p>
          <a:p>
            <a:endParaRPr lang="es-ES" sz="1600">
              <a:solidFill>
                <a:srgbClr val="1C1917"/>
              </a:solidFill>
              <a:latin typeface="Calibri" panose="020F0502020204030204" pitchFamily="34" charset="0"/>
            </a:endParaRPr>
          </a:p>
          <a:p>
            <a:r>
              <a:rPr lang="es-ES" sz="1600">
                <a:solidFill>
                  <a:srgbClr val="1C1917"/>
                </a:solidFill>
                <a:latin typeface="Calibri" panose="020F0502020204030204" pitchFamily="34" charset="0"/>
              </a:rPr>
              <a:t>Lección: los reportes se verifican contra los datos de prueba, no se copian de la IA.</a:t>
            </a:r>
          </a:p>
        </p:txBody>
      </p:sp>
    </p:spTree>
    <p:extLst>
      <p:ext uri="{BB962C8B-B14F-4D97-AF65-F5344CB8AC3E}">
        <p14:creationId xmlns:p14="http://schemas.microsoft.com/office/powerpoint/2010/main" val="313368000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7C2D12"/>
        </a:solidFill>
        <a:effectLst/>
      </p:bgPr>
    </p:bg>
    <p:spTree>
      <p:nvGrpSpPr>
        <p:cNvPr id="1" name=""/>
        <p:cNvGrpSpPr/>
        <p:nvPr/>
      </p:nvGrpSpPr>
      <p:grpSpPr>
        <a:xfrm>
          <a:off x="0" y="0"/>
          <a:ext cx="0" cy="0"/>
          <a:chOff x="0" y="0"/>
          <a:chExt cx="0" cy="0"/>
        </a:xfrm>
      </p:grpSpPr>
      <p:sp>
        <p:nvSpPr>
          <p:cNvPr id="2" name="Título">
            <a:extLst>
              <a:ext uri="{FF2B5EF4-FFF2-40B4-BE49-F238E27FC236}">
                <a16:creationId xmlns:a16="http://schemas.microsoft.com/office/drawing/2014/main" id="{57C39EAF-CB75-F843-9700-D2DB748D4DB1}"/>
              </a:ext>
            </a:extLst>
          </p:cNvPr>
          <p:cNvSpPr txBox="1"/>
          <p:nvPr/>
        </p:nvSpPr>
        <p:spPr>
          <a:xfrm>
            <a:off x="609600" y="431800"/>
            <a:ext cx="10972800" cy="369332"/>
          </a:xfrm>
          <a:prstGeom prst="rect">
            <a:avLst/>
          </a:prstGeom>
          <a:noFill/>
        </p:spPr>
        <p:txBody>
          <a:bodyPr vert="horz" wrap="square" lIns="0" tIns="0" rIns="0" bIns="0" rtlCol="0">
            <a:noAutofit/>
          </a:bodyPr>
          <a:lstStyle/>
          <a:p>
            <a:r>
              <a:rPr lang="es-ES" sz="3400" b="1">
                <a:solidFill>
                  <a:srgbClr val="FFFFFF"/>
                </a:solidFill>
                <a:latin typeface="Calibri" panose="020F0502020204030204" pitchFamily="34" charset="0"/>
              </a:rPr>
              <a:t>Próximos pasos hacia el proyecto final</a:t>
            </a:r>
          </a:p>
        </p:txBody>
      </p:sp>
      <p:cxnSp>
        <p:nvCxnSpPr>
          <p:cNvPr id="3" name="Straight Connector 2">
            <a:extLst>
              <a:ext uri="{FF2B5EF4-FFF2-40B4-BE49-F238E27FC236}">
                <a16:creationId xmlns:a16="http://schemas.microsoft.com/office/drawing/2014/main" id="{4E2AEC09-B25F-F005-BD77-96699107B7B5}"/>
              </a:ext>
            </a:extLst>
          </p:cNvPr>
          <p:cNvCxnSpPr/>
          <p:nvPr/>
        </p:nvCxnSpPr>
        <p:spPr>
          <a:xfrm>
            <a:off x="1143000" y="3175000"/>
            <a:ext cx="9906000" cy="0"/>
          </a:xfrm>
          <a:prstGeom prst="line">
            <a:avLst/>
          </a:prstGeom>
          <a:ln w="38100">
            <a:solidFill>
              <a:srgbClr val="FDBA74"/>
            </a:solidFill>
          </a:ln>
        </p:spPr>
        <p:style>
          <a:lnRef idx="2">
            <a:schemeClr val="accent1"/>
          </a:lnRef>
          <a:fillRef idx="0">
            <a:schemeClr val="accent1"/>
          </a:fillRef>
          <a:effectRef idx="1">
            <a:schemeClr val="accent1"/>
          </a:effectRef>
          <a:fontRef idx="minor">
            <a:schemeClr val="tx1"/>
          </a:fontRef>
        </p:style>
      </p:cxnSp>
      <p:sp>
        <p:nvSpPr>
          <p:cNvPr id="4" name="Oval 3">
            <a:extLst>
              <a:ext uri="{FF2B5EF4-FFF2-40B4-BE49-F238E27FC236}">
                <a16:creationId xmlns:a16="http://schemas.microsoft.com/office/drawing/2014/main" id="{74E480FB-4F76-BFA1-6C8F-7EC42A8D8B48}"/>
              </a:ext>
            </a:extLst>
          </p:cNvPr>
          <p:cNvSpPr/>
          <p:nvPr/>
        </p:nvSpPr>
        <p:spPr>
          <a:xfrm>
            <a:off x="1397000" y="2819400"/>
            <a:ext cx="711200" cy="711200"/>
          </a:xfrm>
          <a:prstGeom prst="ellipse">
            <a:avLst/>
          </a:prstGeom>
          <a:solidFill>
            <a:srgbClr val="FFFF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lang="es-ES" sz="2200" b="1">
                <a:solidFill>
                  <a:srgbClr val="7C2D12"/>
                </a:solidFill>
                <a:latin typeface="Calibri" panose="020F0502020204030204" pitchFamily="34" charset="0"/>
              </a:rPr>
              <a:t>1</a:t>
            </a:r>
          </a:p>
        </p:txBody>
      </p:sp>
      <p:sp>
        <p:nvSpPr>
          <p:cNvPr id="5" name="TextBox 4">
            <a:extLst>
              <a:ext uri="{FF2B5EF4-FFF2-40B4-BE49-F238E27FC236}">
                <a16:creationId xmlns:a16="http://schemas.microsoft.com/office/drawing/2014/main" id="{42AF7630-A40E-58A5-D1D6-C6798B905B2C}"/>
              </a:ext>
            </a:extLst>
          </p:cNvPr>
          <p:cNvSpPr txBox="1"/>
          <p:nvPr/>
        </p:nvSpPr>
        <p:spPr>
          <a:xfrm>
            <a:off x="609600" y="3759200"/>
            <a:ext cx="2286000" cy="369332"/>
          </a:xfrm>
          <a:prstGeom prst="rect">
            <a:avLst/>
          </a:prstGeom>
          <a:noFill/>
        </p:spPr>
        <p:txBody>
          <a:bodyPr vert="horz" wrap="square" lIns="0" tIns="0" rIns="0" bIns="0" rtlCol="0">
            <a:noAutofit/>
          </a:bodyPr>
          <a:lstStyle/>
          <a:p>
            <a:pPr algn="ctr"/>
            <a:r>
              <a:rPr lang="es-ES" sz="1900" b="1">
                <a:solidFill>
                  <a:srgbClr val="FFFFFF"/>
                </a:solidFill>
                <a:latin typeface="Calibri" panose="020F0502020204030204" pitchFamily="34" charset="0"/>
              </a:rPr>
              <a:t>MySQL</a:t>
            </a:r>
          </a:p>
        </p:txBody>
      </p:sp>
      <p:sp>
        <p:nvSpPr>
          <p:cNvPr id="6" name="TextBox 5">
            <a:extLst>
              <a:ext uri="{FF2B5EF4-FFF2-40B4-BE49-F238E27FC236}">
                <a16:creationId xmlns:a16="http://schemas.microsoft.com/office/drawing/2014/main" id="{ABFF6D8B-3D19-0AFF-4EBC-E8BAECA12A8C}"/>
              </a:ext>
            </a:extLst>
          </p:cNvPr>
          <p:cNvSpPr txBox="1"/>
          <p:nvPr/>
        </p:nvSpPr>
        <p:spPr>
          <a:xfrm>
            <a:off x="609600" y="4140200"/>
            <a:ext cx="2286000" cy="369332"/>
          </a:xfrm>
          <a:prstGeom prst="rect">
            <a:avLst/>
          </a:prstGeom>
          <a:noFill/>
        </p:spPr>
        <p:txBody>
          <a:bodyPr vert="horz" wrap="square" lIns="0" tIns="0" rIns="0" bIns="0" rtlCol="0">
            <a:noAutofit/>
          </a:bodyPr>
          <a:lstStyle/>
          <a:p>
            <a:pPr algn="ctr"/>
            <a:r>
              <a:rPr lang="es-ES" sz="1400">
                <a:solidFill>
                  <a:srgbClr val="FDE8DC"/>
                </a:solidFill>
                <a:latin typeface="Calibri" panose="020F0502020204030204" pitchFamily="34" charset="0"/>
              </a:rPr>
              <a:t>consultas preparadas</a:t>
            </a:r>
          </a:p>
        </p:txBody>
      </p:sp>
      <p:sp>
        <p:nvSpPr>
          <p:cNvPr id="7" name="Oval 6">
            <a:extLst>
              <a:ext uri="{FF2B5EF4-FFF2-40B4-BE49-F238E27FC236}">
                <a16:creationId xmlns:a16="http://schemas.microsoft.com/office/drawing/2014/main" id="{D513A0F9-5352-9008-FBB4-EE8ABFBF0CD7}"/>
              </a:ext>
            </a:extLst>
          </p:cNvPr>
          <p:cNvSpPr/>
          <p:nvPr/>
        </p:nvSpPr>
        <p:spPr>
          <a:xfrm>
            <a:off x="3632200" y="2819400"/>
            <a:ext cx="711200" cy="711200"/>
          </a:xfrm>
          <a:prstGeom prst="ellipse">
            <a:avLst/>
          </a:prstGeom>
          <a:solidFill>
            <a:srgbClr val="FFFF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lang="es-ES" sz="2200" b="1">
                <a:solidFill>
                  <a:srgbClr val="7C2D12"/>
                </a:solidFill>
                <a:latin typeface="Calibri" panose="020F0502020204030204" pitchFamily="34" charset="0"/>
              </a:rPr>
              <a:t>2</a:t>
            </a:r>
          </a:p>
        </p:txBody>
      </p:sp>
      <p:sp>
        <p:nvSpPr>
          <p:cNvPr id="8" name="TextBox 7">
            <a:extLst>
              <a:ext uri="{FF2B5EF4-FFF2-40B4-BE49-F238E27FC236}">
                <a16:creationId xmlns:a16="http://schemas.microsoft.com/office/drawing/2014/main" id="{F167908B-E41E-8831-C4EA-1095062EE39B}"/>
              </a:ext>
            </a:extLst>
          </p:cNvPr>
          <p:cNvSpPr txBox="1"/>
          <p:nvPr/>
        </p:nvSpPr>
        <p:spPr>
          <a:xfrm>
            <a:off x="2844800" y="3759200"/>
            <a:ext cx="2286000" cy="369332"/>
          </a:xfrm>
          <a:prstGeom prst="rect">
            <a:avLst/>
          </a:prstGeom>
          <a:noFill/>
        </p:spPr>
        <p:txBody>
          <a:bodyPr vert="horz" wrap="square" lIns="0" tIns="0" rIns="0" bIns="0" rtlCol="0">
            <a:noAutofit/>
          </a:bodyPr>
          <a:lstStyle/>
          <a:p>
            <a:pPr algn="ctr"/>
            <a:r>
              <a:rPr lang="es-ES" sz="1900" b="1">
                <a:solidFill>
                  <a:srgbClr val="FFFFFF"/>
                </a:solidFill>
                <a:latin typeface="Calibri" panose="020F0502020204030204" pitchFamily="34" charset="0"/>
              </a:rPr>
              <a:t>Roles</a:t>
            </a:r>
          </a:p>
        </p:txBody>
      </p:sp>
      <p:sp>
        <p:nvSpPr>
          <p:cNvPr id="9" name="TextBox 8">
            <a:extLst>
              <a:ext uri="{FF2B5EF4-FFF2-40B4-BE49-F238E27FC236}">
                <a16:creationId xmlns:a16="http://schemas.microsoft.com/office/drawing/2014/main" id="{DC6C54D6-B031-894F-C351-F8ACEE547EE3}"/>
              </a:ext>
            </a:extLst>
          </p:cNvPr>
          <p:cNvSpPr txBox="1"/>
          <p:nvPr/>
        </p:nvSpPr>
        <p:spPr>
          <a:xfrm>
            <a:off x="2844800" y="4140200"/>
            <a:ext cx="2286000" cy="369332"/>
          </a:xfrm>
          <a:prstGeom prst="rect">
            <a:avLst/>
          </a:prstGeom>
          <a:noFill/>
        </p:spPr>
        <p:txBody>
          <a:bodyPr vert="horz" wrap="square" lIns="0" tIns="0" rIns="0" bIns="0" rtlCol="0">
            <a:noAutofit/>
          </a:bodyPr>
          <a:lstStyle/>
          <a:p>
            <a:pPr algn="ctr"/>
            <a:r>
              <a:rPr lang="es-ES" sz="1400">
                <a:solidFill>
                  <a:srgbClr val="FDE8DC"/>
                </a:solidFill>
                <a:latin typeface="Calibri" panose="020F0502020204030204" pitchFamily="34" charset="0"/>
              </a:rPr>
              <a:t>administradora y vendedora</a:t>
            </a:r>
          </a:p>
        </p:txBody>
      </p:sp>
      <p:sp>
        <p:nvSpPr>
          <p:cNvPr id="10" name="Oval 9">
            <a:extLst>
              <a:ext uri="{FF2B5EF4-FFF2-40B4-BE49-F238E27FC236}">
                <a16:creationId xmlns:a16="http://schemas.microsoft.com/office/drawing/2014/main" id="{FE67B9C9-1855-066B-FBCC-561817CA6568}"/>
              </a:ext>
            </a:extLst>
          </p:cNvPr>
          <p:cNvSpPr/>
          <p:nvPr/>
        </p:nvSpPr>
        <p:spPr>
          <a:xfrm>
            <a:off x="5867400" y="2819400"/>
            <a:ext cx="711200" cy="711200"/>
          </a:xfrm>
          <a:prstGeom prst="ellipse">
            <a:avLst/>
          </a:prstGeom>
          <a:solidFill>
            <a:srgbClr val="FFFF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lang="es-ES" sz="2200" b="1">
                <a:solidFill>
                  <a:srgbClr val="7C2D12"/>
                </a:solidFill>
                <a:latin typeface="Calibri" panose="020F0502020204030204" pitchFamily="34" charset="0"/>
              </a:rPr>
              <a:t>3</a:t>
            </a:r>
          </a:p>
        </p:txBody>
      </p:sp>
      <p:sp>
        <p:nvSpPr>
          <p:cNvPr id="11" name="TextBox 10">
            <a:extLst>
              <a:ext uri="{FF2B5EF4-FFF2-40B4-BE49-F238E27FC236}">
                <a16:creationId xmlns:a16="http://schemas.microsoft.com/office/drawing/2014/main" id="{636EF81C-9332-D625-27DF-DAE25FDFA17F}"/>
              </a:ext>
            </a:extLst>
          </p:cNvPr>
          <p:cNvSpPr txBox="1"/>
          <p:nvPr/>
        </p:nvSpPr>
        <p:spPr>
          <a:xfrm>
            <a:off x="5080000" y="3759200"/>
            <a:ext cx="2286000" cy="369332"/>
          </a:xfrm>
          <a:prstGeom prst="rect">
            <a:avLst/>
          </a:prstGeom>
          <a:noFill/>
        </p:spPr>
        <p:txBody>
          <a:bodyPr vert="horz" wrap="square" lIns="0" tIns="0" rIns="0" bIns="0" rtlCol="0">
            <a:noAutofit/>
          </a:bodyPr>
          <a:lstStyle/>
          <a:p>
            <a:pPr algn="ctr"/>
            <a:r>
              <a:rPr lang="es-ES" sz="1900" b="1">
                <a:solidFill>
                  <a:srgbClr val="FFFFFF"/>
                </a:solidFill>
                <a:latin typeface="Calibri" panose="020F0502020204030204" pitchFamily="34" charset="0"/>
              </a:rPr>
              <a:t>Pedidos y pagos</a:t>
            </a:r>
          </a:p>
        </p:txBody>
      </p:sp>
      <p:sp>
        <p:nvSpPr>
          <p:cNvPr id="12" name="TextBox 11">
            <a:extLst>
              <a:ext uri="{FF2B5EF4-FFF2-40B4-BE49-F238E27FC236}">
                <a16:creationId xmlns:a16="http://schemas.microsoft.com/office/drawing/2014/main" id="{6FE79AE7-63C3-06BF-6C20-91DE1B57591F}"/>
              </a:ext>
            </a:extLst>
          </p:cNvPr>
          <p:cNvSpPr txBox="1"/>
          <p:nvPr/>
        </p:nvSpPr>
        <p:spPr>
          <a:xfrm>
            <a:off x="5080000" y="4140200"/>
            <a:ext cx="2286000" cy="369332"/>
          </a:xfrm>
          <a:prstGeom prst="rect">
            <a:avLst/>
          </a:prstGeom>
          <a:noFill/>
        </p:spPr>
        <p:txBody>
          <a:bodyPr vert="horz" wrap="square" lIns="0" tIns="0" rIns="0" bIns="0" rtlCol="0">
            <a:noAutofit/>
          </a:bodyPr>
          <a:lstStyle/>
          <a:p>
            <a:pPr algn="ctr"/>
            <a:r>
              <a:rPr lang="es-ES" sz="1400">
                <a:solidFill>
                  <a:srgbClr val="FDE8DC"/>
                </a:solidFill>
                <a:latin typeface="Calibri" panose="020F0502020204030204" pitchFamily="34" charset="0"/>
              </a:rPr>
              <a:t>2 módulos nuevos</a:t>
            </a:r>
          </a:p>
        </p:txBody>
      </p:sp>
      <p:sp>
        <p:nvSpPr>
          <p:cNvPr id="13" name="Oval 12">
            <a:extLst>
              <a:ext uri="{FF2B5EF4-FFF2-40B4-BE49-F238E27FC236}">
                <a16:creationId xmlns:a16="http://schemas.microsoft.com/office/drawing/2014/main" id="{7FBF4EEF-D2F9-F939-93D7-ECB0D01F0442}"/>
              </a:ext>
            </a:extLst>
          </p:cNvPr>
          <p:cNvSpPr/>
          <p:nvPr/>
        </p:nvSpPr>
        <p:spPr>
          <a:xfrm>
            <a:off x="8102600" y="2819400"/>
            <a:ext cx="711200" cy="711200"/>
          </a:xfrm>
          <a:prstGeom prst="ellipse">
            <a:avLst/>
          </a:prstGeom>
          <a:solidFill>
            <a:srgbClr val="FFFF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lang="es-ES" sz="2200" b="1">
                <a:solidFill>
                  <a:srgbClr val="7C2D12"/>
                </a:solidFill>
                <a:latin typeface="Calibri" panose="020F0502020204030204" pitchFamily="34" charset="0"/>
              </a:rPr>
              <a:t>4</a:t>
            </a:r>
          </a:p>
        </p:txBody>
      </p:sp>
      <p:sp>
        <p:nvSpPr>
          <p:cNvPr id="14" name="TextBox 13">
            <a:extLst>
              <a:ext uri="{FF2B5EF4-FFF2-40B4-BE49-F238E27FC236}">
                <a16:creationId xmlns:a16="http://schemas.microsoft.com/office/drawing/2014/main" id="{1879CD8E-7680-509D-77EE-677BE3C086ED}"/>
              </a:ext>
            </a:extLst>
          </p:cNvPr>
          <p:cNvSpPr txBox="1"/>
          <p:nvPr/>
        </p:nvSpPr>
        <p:spPr>
          <a:xfrm>
            <a:off x="7315200" y="3759200"/>
            <a:ext cx="2286000" cy="369332"/>
          </a:xfrm>
          <a:prstGeom prst="rect">
            <a:avLst/>
          </a:prstGeom>
          <a:noFill/>
        </p:spPr>
        <p:txBody>
          <a:bodyPr vert="horz" wrap="square" lIns="0" tIns="0" rIns="0" bIns="0" rtlCol="0">
            <a:noAutofit/>
          </a:bodyPr>
          <a:lstStyle/>
          <a:p>
            <a:pPr algn="ctr"/>
            <a:r>
              <a:rPr lang="es-ES" sz="1900" b="1">
                <a:solidFill>
                  <a:srgbClr val="FFFFFF"/>
                </a:solidFill>
                <a:latin typeface="Calibri" panose="020F0502020204030204" pitchFamily="34" charset="0"/>
              </a:rPr>
              <a:t>API REST + AJAX</a:t>
            </a:r>
          </a:p>
        </p:txBody>
      </p:sp>
      <p:sp>
        <p:nvSpPr>
          <p:cNvPr id="15" name="TextBox 14">
            <a:extLst>
              <a:ext uri="{FF2B5EF4-FFF2-40B4-BE49-F238E27FC236}">
                <a16:creationId xmlns:a16="http://schemas.microsoft.com/office/drawing/2014/main" id="{34AB7A7C-4C55-3CFA-BC50-0FF2EB519658}"/>
              </a:ext>
            </a:extLst>
          </p:cNvPr>
          <p:cNvSpPr txBox="1"/>
          <p:nvPr/>
        </p:nvSpPr>
        <p:spPr>
          <a:xfrm>
            <a:off x="7315200" y="4140200"/>
            <a:ext cx="2286000" cy="369332"/>
          </a:xfrm>
          <a:prstGeom prst="rect">
            <a:avLst/>
          </a:prstGeom>
          <a:noFill/>
        </p:spPr>
        <p:txBody>
          <a:bodyPr vert="horz" wrap="square" lIns="0" tIns="0" rIns="0" bIns="0" rtlCol="0">
            <a:noAutofit/>
          </a:bodyPr>
          <a:lstStyle/>
          <a:p>
            <a:pPr algn="ctr"/>
            <a:r>
              <a:rPr lang="es-ES" sz="1400">
                <a:solidFill>
                  <a:srgbClr val="FDE8DC"/>
                </a:solidFill>
                <a:latin typeface="Calibri" panose="020F0502020204030204" pitchFamily="34" charset="0"/>
              </a:rPr>
              <a:t>catálogo en JSON</a:t>
            </a:r>
          </a:p>
        </p:txBody>
      </p:sp>
      <p:sp>
        <p:nvSpPr>
          <p:cNvPr id="16" name="Oval 15">
            <a:extLst>
              <a:ext uri="{FF2B5EF4-FFF2-40B4-BE49-F238E27FC236}">
                <a16:creationId xmlns:a16="http://schemas.microsoft.com/office/drawing/2014/main" id="{D48F8F70-B46C-9735-8449-094C448DA513}"/>
              </a:ext>
            </a:extLst>
          </p:cNvPr>
          <p:cNvSpPr/>
          <p:nvPr/>
        </p:nvSpPr>
        <p:spPr>
          <a:xfrm>
            <a:off x="10337800" y="2819400"/>
            <a:ext cx="711200" cy="711200"/>
          </a:xfrm>
          <a:prstGeom prst="ellipse">
            <a:avLst/>
          </a:prstGeom>
          <a:solidFill>
            <a:srgbClr val="FFFF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lang="es-ES" sz="2200" b="1">
                <a:solidFill>
                  <a:srgbClr val="7C2D12"/>
                </a:solidFill>
                <a:latin typeface="Calibri" panose="020F0502020204030204" pitchFamily="34" charset="0"/>
              </a:rPr>
              <a:t>5</a:t>
            </a:r>
          </a:p>
        </p:txBody>
      </p:sp>
      <p:sp>
        <p:nvSpPr>
          <p:cNvPr id="17" name="TextBox 16">
            <a:extLst>
              <a:ext uri="{FF2B5EF4-FFF2-40B4-BE49-F238E27FC236}">
                <a16:creationId xmlns:a16="http://schemas.microsoft.com/office/drawing/2014/main" id="{49DC48B9-204A-1460-84BD-95EA8F4FB737}"/>
              </a:ext>
            </a:extLst>
          </p:cNvPr>
          <p:cNvSpPr txBox="1"/>
          <p:nvPr/>
        </p:nvSpPr>
        <p:spPr>
          <a:xfrm>
            <a:off x="9550400" y="3759200"/>
            <a:ext cx="2286000" cy="369332"/>
          </a:xfrm>
          <a:prstGeom prst="rect">
            <a:avLst/>
          </a:prstGeom>
          <a:noFill/>
        </p:spPr>
        <p:txBody>
          <a:bodyPr vert="horz" wrap="square" lIns="0" tIns="0" rIns="0" bIns="0" rtlCol="0">
            <a:noAutofit/>
          </a:bodyPr>
          <a:lstStyle/>
          <a:p>
            <a:pPr algn="ctr"/>
            <a:r>
              <a:rPr lang="es-ES" sz="1900" b="1">
                <a:solidFill>
                  <a:srgbClr val="FFFFFF"/>
                </a:solidFill>
                <a:latin typeface="Calibri" panose="020F0502020204030204" pitchFamily="34" charset="0"/>
              </a:rPr>
              <a:t>Hosting</a:t>
            </a:r>
          </a:p>
        </p:txBody>
      </p:sp>
      <p:sp>
        <p:nvSpPr>
          <p:cNvPr id="18" name="TextBox 17">
            <a:extLst>
              <a:ext uri="{FF2B5EF4-FFF2-40B4-BE49-F238E27FC236}">
                <a16:creationId xmlns:a16="http://schemas.microsoft.com/office/drawing/2014/main" id="{3DD66281-1ECF-94EA-9B13-BA8013C130B8}"/>
              </a:ext>
            </a:extLst>
          </p:cNvPr>
          <p:cNvSpPr txBox="1"/>
          <p:nvPr/>
        </p:nvSpPr>
        <p:spPr>
          <a:xfrm>
            <a:off x="9550400" y="4140200"/>
            <a:ext cx="2286000" cy="369332"/>
          </a:xfrm>
          <a:prstGeom prst="rect">
            <a:avLst/>
          </a:prstGeom>
          <a:noFill/>
        </p:spPr>
        <p:txBody>
          <a:bodyPr vert="horz" wrap="square" lIns="0" tIns="0" rIns="0" bIns="0" rtlCol="0">
            <a:noAutofit/>
          </a:bodyPr>
          <a:lstStyle/>
          <a:p>
            <a:pPr algn="ctr"/>
            <a:r>
              <a:rPr lang="es-ES" sz="1400">
                <a:solidFill>
                  <a:srgbClr val="FDE8DC"/>
                </a:solidFill>
                <a:latin typeface="Calibri" panose="020F0502020204030204" pitchFamily="34" charset="0"/>
              </a:rPr>
              <a:t>PHP + MySQL con datos demo</a:t>
            </a:r>
          </a:p>
        </p:txBody>
      </p:sp>
      <p:sp>
        <p:nvSpPr>
          <p:cNvPr id="19" name="TextBox 18">
            <a:extLst>
              <a:ext uri="{FF2B5EF4-FFF2-40B4-BE49-F238E27FC236}">
                <a16:creationId xmlns:a16="http://schemas.microsoft.com/office/drawing/2014/main" id="{103F0480-F4E0-F0BD-356D-DFE4C5042045}"/>
              </a:ext>
            </a:extLst>
          </p:cNvPr>
          <p:cNvSpPr txBox="1"/>
          <p:nvPr/>
        </p:nvSpPr>
        <p:spPr>
          <a:xfrm>
            <a:off x="609600" y="5715000"/>
            <a:ext cx="10972800" cy="381000"/>
          </a:xfrm>
          <a:prstGeom prst="rect">
            <a:avLst/>
          </a:prstGeom>
          <a:noFill/>
        </p:spPr>
        <p:txBody>
          <a:bodyPr vert="horz" wrap="square" lIns="0" tIns="0" rIns="0" bIns="0" rtlCol="0">
            <a:noAutofit/>
          </a:bodyPr>
          <a:lstStyle/>
          <a:p>
            <a:pPr algn="ctr"/>
            <a:r>
              <a:rPr lang="es-ES" sz="1600">
                <a:solidFill>
                  <a:srgbClr val="FDE8DC"/>
                </a:solidFill>
                <a:latin typeface="Calibri" panose="020F0502020204030204" pitchFamily="34" charset="0"/>
              </a:rPr>
              <a:t>Repositorio, manual de usuario, informe técnico y bitácora de IA acompañan cada etapa.</a:t>
            </a:r>
          </a:p>
        </p:txBody>
      </p:sp>
    </p:spTree>
    <p:extLst>
      <p:ext uri="{BB962C8B-B14F-4D97-AF65-F5344CB8AC3E}">
        <p14:creationId xmlns:p14="http://schemas.microsoft.com/office/powerpoint/2010/main" val="141458603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1452</Words>
  <Application>Microsoft Office PowerPoint</Application>
  <PresentationFormat>Custom</PresentationFormat>
  <Paragraphs>179</Paragraphs>
  <Slides>11</Slides>
  <Notes>11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11</vt:i4>
      </vt:variant>
    </vt:vector>
  </HeadingPairs>
  <TitlesOfParts>
    <vt:vector size="17" baseType="lpstr">
      <vt:lpstr>Aptos</vt:lpstr>
      <vt:lpstr>Aptos Display</vt:lpstr>
      <vt:lpstr>Arial</vt:lpstr>
      <vt:lpstr>Calibri</vt:lpstr>
      <vt:lpstr>Consolas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danielacayo122@gmail.com</dc:creator>
  <cp:lastModifiedBy>danielacayo122@gmail.com</cp:lastModifiedBy>
  <cp:revision>1</cp:revision>
  <dcterms:created xsi:type="dcterms:W3CDTF">2026-10-13T00:53:34Z</dcterms:created>
  <dcterms:modified xsi:type="dcterms:W3CDTF">2026-10-13T00:53:34Z</dcterms:modified>
</cp:coreProperties>
</file>