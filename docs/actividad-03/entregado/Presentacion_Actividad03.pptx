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equipo y el objetivo: llevar el sistema de la asociación de un sitio abierto a uno con identidad, permisos, operaciones atómicas e informes.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ideas: el problema, la solución y cómo la demostramos. La demostración de roles es el centro de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 8.4 con claves foráneas. El socio vinculado permite que el rol socio vea solo lo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que el mismo mensaje de error evita enumerar usuarios, y que regenerar la sesión evita la fijación de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Mutación: al quitar la validación CSRF o el escape, el verificador falla; así sabemos que las pruebas detectan 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 tabla por columna: el socio solo ve productos; el operador vende y registra acopios, pero no ve reportes ni elimina; el admin hace todo. Un 403 en el rol equivocado es el resultado correcto.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ocultar el menú es solo cortesía; el control real es el 403 del servidor, que mostramos en la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UPDATE condicional evita la condición de carrera entre dos vendedores. Si cualquier línea falla, rollBack deshace todo: ese es el criterio de atomicidad.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el stock después del error es idéntico al de antes: la transacción se revirtió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CSV abre bien en Excel en español por el BOM y el punto y coma. Un cliente llamado =CMD se guarda con apóstrofo 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17 verificaciones corrieron en el entorno de preparación; en Docker se ejecuta con docker compose exec -T php php verificar_actividad3.php.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la demo: docker compose down y luego up -d --build --wait en la carpeta actividad03; los puertos 8000 y 3307 los comparten los laboratorios.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el repositorio y abrir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Actividad 3 · Tecnología Web II · UPDS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e11b1be9-223d-57d0-b2f0-9278aa055fca/scratchpad/a3inf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45920" y="6858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UNIVERSIDAD PRIVADA DOMINGO SAVIO · Facultad de Ingeniería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Usuarios, roles y reportes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517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Autenticación con roles, transacciones y reportes para Apicultores Flor de la Chiquitanía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Daniela Cayo Mamani · Juan José Vicente Cossio · Ronald Salvatierra Flores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Yordy Tolavi Ruiz · Alejandro Cadario Lopez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Tecnología Web II · M.Sc. Ing. Jimmy Nataniel Requena Llorentty · Santa Cruz de la Sierra, 20 de octubre de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faltaba y qué entregamos</a:t>
            </a:r>
            <a:endParaRPr lang="en-US" sz="30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Antes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Cualquiera podía entrar, borrar productos o vender sin control. Un fallo a mitad de una venta dejaba el stock inconsistente. No había informes.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329184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Ahora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Usuarios con contraseña cifrada, tres roles con permisos distintos, formularios protegidos contra CSRF y XSS, ventas y acopios atómicos.</a:t>
            </a:r>
            <a:endParaRPr lang="en-US" sz="1400" dirty="0"/>
          </a:p>
        </p:txBody>
      </p:sp>
      <p:sp>
        <p:nvSpPr>
          <p:cNvPr id="11" name="Tarjeta"/>
          <p:cNvSpPr/>
          <p:nvPr/>
        </p:nvSpPr>
        <p:spPr>
          <a:xfrm>
            <a:off x="6126480" y="1188720"/>
            <a:ext cx="2560320" cy="29260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3716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1325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Evidencia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Matriz de 56 respuestas (14 rutas × 4 perfiles), 17 verificaciones automáticas y pruebas de mutación que fallan cuando se quita una defensa.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</a:t>
            </a:r>
            <a:endParaRPr lang="en-US" sz="3000" dirty="0"/>
          </a:p>
        </p:txBody>
      </p:sp>
      <p:pic>
        <p:nvPicPr>
          <p:cNvPr id="3" name="Captura" descr="/tmp/claude-0/-home-claude/e11b1be9-223d-57d0-b2f0-9278aa055fca/scratchpad/a3docs/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3006" y="1005840"/>
            <a:ext cx="6677987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33006" y="1005840"/>
            <a:ext cx="6677987" cy="274320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840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usuarios: correo único, hash bcrypt, rol y socio_id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ventas + venta_detalle: cabecera y líneas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acopios: ingresos que suman stock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stock ≥ 0 como última barrera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 inicio de sesión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Registro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Solo el admin crea usuarios. Clave ≥ 10, letra y dígito, sin el correo.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42616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42616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39696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Hash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139696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password_hash bcrypt costo 12. Nunca se guarda la clave.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25112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25112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Login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22192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password_verify y mismo mensaje 401 si falla, con hash simulado.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07608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07608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504688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Sesión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session_regenerate_id(true) tras autenticar. Cookie HttpOnly, SameSite.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690104" y="1143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90104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187184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Bloqueo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187184" y="22402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 fallos seguidos → 429 con Retry-After.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Defensa extra: la ruta de retorno tras el login se valida con una expresión regular para evitar redirecciones abiertas.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CSRF y XSS: dos defensas obligatorias</a:t>
            </a:r>
            <a:endParaRPr lang="en-US" sz="30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Token CSRF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formulario POST lleva un token aleatorio por sesión. El servidor lo compara con hash_equals y responde 403 si falta o no coincide. Cubre login, productos, ventas, acopios y usuarios.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4754880" y="118872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371600"/>
            <a:ext cx="411480" cy="4114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0" y="1325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Escape de salida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 dato mostrado pasa por htmlspecialchars mediante la plantilla. Además, cabeceras CSP limitan scripts. Un nombre con &lt;script&gt; se ve como texto, no se ejecuta.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rol accede solo a lo suyo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868680"/>
                <a:gridCol w="868680"/>
                <a:gridCol w="8686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Anónimo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Operador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Socio</a:t>
                      </a:r>
                      <a:endParaRPr lang="en-US" sz="11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/productos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/productos/nuevo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/productos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/productos/{código}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…/eliminar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/socios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/ventas/nueva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/ventas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/acopios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/reportes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/reportes/ventas.csv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/usuarios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 /usuarios/nuevo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1D0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POST /usuarios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B1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403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prohibido
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302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a login
</a:t>
            </a:r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422/404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pasó permisos y falló validación o dato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0972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9659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respuestas esperadas verificadas automáticamente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Matriz de permisos con negación por defecto: lo que no está listado, no se permite.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login y panel por rol</a:t>
            </a:r>
            <a:endParaRPr lang="en-US" sz="3000" dirty="0"/>
          </a:p>
        </p:txBody>
      </p:sp>
      <p:pic>
        <p:nvPicPr>
          <p:cNvPr id="3" name="Captura" descr="/root/.claude/uploads/e11b1be9-223d-57d0-b2f0-9278aa055fca/56e41d5f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271" y="1005840"/>
            <a:ext cx="3473777" cy="1508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6271" y="1005840"/>
            <a:ext cx="3473777" cy="150876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Inicio de sesión</a:t>
            </a:r>
            <a:endParaRPr lang="en-US" sz="1100" dirty="0"/>
          </a:p>
        </p:txBody>
      </p:sp>
      <p:pic>
        <p:nvPicPr>
          <p:cNvPr id="6" name="Captura" descr="/root/.claude/uploads/e11b1be9-223d-57d0-b2f0-9278aa055fca/e0a1d24b-im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1302" y="1005840"/>
            <a:ext cx="2579077" cy="1508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31302" y="1005840"/>
            <a:ext cx="2579077" cy="150876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Administrador: ve Usuarios y Reportes</a:t>
            </a:r>
            <a:endParaRPr lang="en-US" sz="1100" dirty="0"/>
          </a:p>
        </p:txBody>
      </p:sp>
      <p:pic>
        <p:nvPicPr>
          <p:cNvPr id="9" name="Captura" descr="/root/.claude/uploads/e11b1be9-223d-57d0-b2f0-9278aa055fca/f7a886d5-ima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74" y="2834640"/>
            <a:ext cx="2509372" cy="15087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168474" y="2834640"/>
            <a:ext cx="2509372" cy="150876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5720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Operador: sin Reportes</a:t>
            </a:r>
            <a:endParaRPr lang="en-US" sz="1100" dirty="0"/>
          </a:p>
        </p:txBody>
      </p:sp>
      <p:pic>
        <p:nvPicPr>
          <p:cNvPr id="12" name="Captura" descr="/root/.claude/uploads/e11b1be9-223d-57d0-b2f0-9278aa055fca/997fde7f-imag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748" y="2834640"/>
            <a:ext cx="3262184" cy="15087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089748" y="2834640"/>
            <a:ext cx="3262184" cy="150876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475488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Socio: solo lectura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Ventas y acopios con transacciones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beginTransaction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Abre la operación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… WHERE stock ≥ cantidad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Descuento atómico por línea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rowCount = 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Stock insuficiente → 409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66560" y="1143000"/>
            <a:ext cx="182880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/ rollBack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Todo o nada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Ejemplo real: venta con tres productos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→ 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MIE-500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→ 0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32918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CER-1K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33375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→ 0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PRO-30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el error no deja residuos</a:t>
            </a:r>
            <a:endParaRPr lang="en-US" sz="3000" dirty="0"/>
          </a:p>
        </p:txBody>
      </p:sp>
      <p:pic>
        <p:nvPicPr>
          <p:cNvPr id="3" name="Captura" descr="/root/.claude/uploads/e11b1be9-223d-57d0-b2f0-9278aa055fca/d7e1935f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8265" y="1097280"/>
            <a:ext cx="5607470" cy="2011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68265" y="1097280"/>
            <a:ext cx="5607470" cy="2011680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Intento de vender más de lo disponible: 409 Conflicto</a:t>
            </a:r>
            <a:endParaRPr lang="en-US" sz="1100" dirty="0"/>
          </a:p>
        </p:txBody>
      </p:sp>
      <p:pic>
        <p:nvPicPr>
          <p:cNvPr id="6" name="Captura" descr="/root/.claude/uploads/e11b1be9-223d-57d0-b2f0-9278aa055fca/cefd948c-imag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29000"/>
            <a:ext cx="3931920" cy="8056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429000"/>
            <a:ext cx="3931920" cy="805613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428033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Stock tras venta correcta</a:t>
            </a:r>
            <a:endParaRPr lang="en-US" sz="1100" dirty="0"/>
          </a:p>
        </p:txBody>
      </p:sp>
      <p:pic>
        <p:nvPicPr>
          <p:cNvPr id="9" name="Captura" descr="/root/.claude/uploads/e11b1be9-223d-57d0-b2f0-9278aa055fca/0de9e20b-imag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429000"/>
            <a:ext cx="3931920" cy="76914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54880" y="3429000"/>
            <a:ext cx="3931920" cy="769145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4754880" y="424386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Stock tras el rollback: sin cambios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con JOIN y GROUP BY</a:t>
            </a:r>
            <a:endParaRPr lang="en-US" sz="3000" dirty="0"/>
          </a:p>
        </p:txBody>
      </p:sp>
      <p:pic>
        <p:nvPicPr>
          <p:cNvPr id="3" name="Captura" descr="/root/.claude/uploads/e11b1be9-223d-57d0-b2f0-9278aa055fca/6e813764-i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937760" cy="282378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4937760" cy="2823782"/>
          </a:xfrm>
          <a:prstGeom prst="rect">
            <a:avLst/>
          </a:prstGeom>
          <a:ln w="9525">
            <a:solidFill>
              <a:srgbClr val="BDBDBD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96678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Pantalla de reportes (solo admin)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09728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Consultas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Ventas por mes (GROUP BY)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productos (JOIN + HAVING)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ventas (LEFT JOIN … IS NULL)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Exportar CSV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text/csv, attachment, BOM UTF-8, separador ;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Neutraliza = + - @ contra fórmulas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y pruebas de mutación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verificaciones de la actividad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15/15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 10 y Lab 11 en Docker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011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mutantes detectados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1206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011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Defensa eliminada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1D0E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</a:rPr>
                        <a:t>Operador puede eliminar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D0E"/>
                          </a:solidFill>
                        </a:rPr>
                        <a:t>15/17: falla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</a:rPr>
                        <a:t>Validación CSRF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D0E"/>
                          </a:solidFill>
                        </a:rPr>
                        <a:t>falla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</a:rPr>
                        <a:t>Escape de salida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D0E"/>
                          </a:solidFill>
                        </a:rPr>
                        <a:t>falla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D0E"/>
                          </a:solidFill>
                        </a:rPr>
                        <a:t>session_regenerate_id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1D0E"/>
                          </a:solidFill>
                        </a:rPr>
                        <a:t>falla</a:t>
                      </a:r>
                      <a:endParaRPr lang="en-US" sz="13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852160" y="260604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Una prueba que nunca falla no demuestra nada: rompimos a propósito cada defensa y comprobamos que el verificador lo notara.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097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Ingresar como socio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Solo ve productos; /reportes responde 403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Ingresar como operador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Registra una venta; /reportes responde 403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468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Vender más del stock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468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409 y el stock no cambia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Ingresar como admin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154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Crea un usuario y exporta el CSV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840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Ejecutar demo_roles.php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Imprime la matriz de 56 respuestas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La identidad se prueba una vez y se renueva con la sesión; cada ruta pregunta por el permiso.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Las transacciones y el UPDATE condicional mantienen el stock correcto aun con errores.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Los reportes y el CSV dan a la asociación visibilidad sobre sus ventas.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Pendiente: recuperación de clave, auditoría y migrar los datos JSON antiguos.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Repositorio: github.com/RonSalvet/Actividad03_tw2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Informe técnico APA 7 y bitácora de IA incluidos en el repositorio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mena">
  <a:themeElements>
    <a:clrScheme name="Colmena">
      <a:dk1>
        <a:srgbClr val="2B1D0E"/>
      </a:dk1>
      <a:lt1>
        <a:srgbClr val="FFFFFF"/>
      </a:lt1>
      <a:dk2>
        <a:srgbClr val="5A3A12"/>
      </a:dk2>
      <a:lt2>
        <a:srgbClr val="FDF2D0"/>
      </a:lt2>
      <a:accent1>
        <a:srgbClr val="F2A900"/>
      </a:accent1>
      <a:accent2>
        <a:srgbClr val="8A5A00"/>
      </a:accent2>
      <a:accent3>
        <a:srgbClr val="2E7D32"/>
      </a:accent3>
      <a:accent4>
        <a:srgbClr val="C62828"/>
      </a:accent4>
      <a:accent5>
        <a:srgbClr val="1565C0"/>
      </a:accent5>
      <a:accent6>
        <a:srgbClr val="6D4C41"/>
      </a:accent6>
      <a:hlink>
        <a:srgbClr val="1565C0"/>
      </a:hlink>
      <a:folHlink>
        <a:srgbClr val="6D4C41"/>
      </a:folHlink>
    </a:clrScheme>
    <a:fontScheme name="Colmen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3 - Usuarios, roles y reportes</dc:title>
  <dc:subject>PptxGenJS Presentation</dc:subject>
  <dc:creator>Grupo - Tecnología Web II, UPDS</dc:creator>
  <cp:lastModifiedBy>Grupo - Tecnología Web II, UPDS</cp:lastModifiedBy>
  <cp:revision>1</cp:revision>
  <dcterms:created xsi:type="dcterms:W3CDTF">2026-10-20T22:33:51Z</dcterms:created>
  <dcterms:modified xsi:type="dcterms:W3CDTF">2026-10-20T22:33:51Z</dcterms:modified>
</cp:coreProperties>
</file>